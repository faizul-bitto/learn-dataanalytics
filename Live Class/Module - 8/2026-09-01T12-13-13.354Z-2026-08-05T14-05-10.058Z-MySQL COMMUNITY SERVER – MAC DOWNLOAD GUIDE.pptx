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2B13-7245-8B20-3392-1B44057A8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9D7B4-A605-3629-C944-5D40CDE2A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FEAD-37BB-CFB2-6957-5F6AC968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E825E-4283-2F11-FD71-80E61F93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EC7E0-D2E5-7D29-00E8-41CB1505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4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64BA-092C-7E56-BD2B-560D23DA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5A08-7B32-0D68-4E8B-C91137016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2B64E-532F-9826-EEE5-15C8F5A4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CBB2D-7BFE-D4DD-D4B8-B42A3C70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553A-8E74-B652-5E5A-87209971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0978-CB28-95D8-0F05-5FDDA66D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D2301-9AE4-AAB6-C604-BBA920981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C00E5-E356-6E7B-240F-990390CD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0B601-4B68-60F4-1589-BA15F0F2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1537-B2F5-0B8E-7DA0-30264FF6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39BE-0851-B488-6773-59212998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8E7C-4B44-3BB7-C00D-1928B195A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13D03-85D7-F8F2-FD8F-BC6083C2A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1A222-92FC-68E8-0A61-7419621E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CA470-33D3-8023-7575-E4FCC422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227C5-5B8A-5017-9DDC-5D834A03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2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2180-3677-C0B8-20BA-905FF16E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6152C-0611-7594-97A3-12FBBE09C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CB2F0-973D-ABD5-355E-0E08669E5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DB4DC-616B-3BA6-D14C-5888667B1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3E86E-8AB5-4C6E-1913-6D3B68A07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4E1B5-46AD-FF13-95D3-8226B7781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D184D-EBDC-A4AF-0EAB-7A661390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DF18A-892F-1329-BFC1-5077FA94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8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5D09-915A-2150-FBFE-69F108B2D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81718-BDBA-CB6A-B707-333E7ACD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8DF2-074A-1E3D-2AC4-71F8B761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C3281-C932-406B-2E38-32AC29E5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9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7E42D-65ED-1E29-2B4B-80A0B658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E3D1E-6ADA-B752-CD2F-23EA9AC0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F70D4-596D-89C5-F180-3F52368E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77D7-39CB-7790-5A6C-D0ED9023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07B5-B731-C9AF-AC32-3691E2A02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8BDF7-8F52-74C3-BA31-F2BEF27F6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8E07-9733-0B8E-36D4-F74584E5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A7B40-9B4C-5FFD-1C3B-8D7C31D3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40911-FADC-93F4-96D1-968C05CF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0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A831-11CD-6B84-D036-C7E62C246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AC884-CDEC-8AD2-56DD-8D44CA7F6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D6335-6436-DC96-7EAB-FD66040D6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A340B-F1E1-9969-F1AE-21679335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E8970-237C-6B5B-C22A-C226838F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A5B6F-BF3D-E85A-E34A-4EFD6948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6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70C8-E21D-63C3-1DF3-CC318858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1D5C6-1ED1-7B4D-29B0-0998D8D00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8A714-A038-233D-5518-91D11039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AA0-7E60-BBFE-B618-33C479C6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8A66F-4C85-FE3A-60FD-6A572A7A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DAD24-7E8E-FD4E-1A00-3B7AEE522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E88F1-59EA-507F-F206-8956A6672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B2F6C-A229-DFBA-749C-DEC268F3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09516-4F43-E62E-8665-573982BD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80E6E-066A-DC34-F2BD-105807C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5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89DC5-2705-972A-CF21-2B154D12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BB955-4A9E-FFE8-D1AD-259F11DB2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5F118-5F4D-BAE2-BA61-F0CE73657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FAA92-597A-465B-9E93-F1106A595DCF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98AE-2555-5CB6-A014-961179EAD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B9583-B68E-2611-3469-5B83C6F33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80E6B-FDA4-406D-9C19-4FB3548A1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9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ev.mysql.com/download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g"/><Relationship Id="rId18" Type="http://schemas.openxmlformats.org/officeDocument/2006/relationships/image" Target="../media/image20.png"/><Relationship Id="rId3" Type="http://schemas.openxmlformats.org/officeDocument/2006/relationships/image" Target="../media/image5.jpg"/><Relationship Id="rId21" Type="http://schemas.openxmlformats.org/officeDocument/2006/relationships/image" Target="../media/image3.png"/><Relationship Id="rId7" Type="http://schemas.openxmlformats.org/officeDocument/2006/relationships/image" Target="../media/image9.jpg"/><Relationship Id="rId12" Type="http://schemas.openxmlformats.org/officeDocument/2006/relationships/image" Target="../media/image14.png"/><Relationship Id="rId17" Type="http://schemas.openxmlformats.org/officeDocument/2006/relationships/image" Target="../media/image19.jp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jpg"/><Relationship Id="rId10" Type="http://schemas.openxmlformats.org/officeDocument/2006/relationships/image" Target="../media/image12.jp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578" y="312985"/>
            <a:ext cx="9392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MySQL </a:t>
            </a:r>
            <a:r>
              <a:rPr b="0" spc="-10" dirty="0">
                <a:latin typeface="Calibri"/>
                <a:cs typeface="Calibri"/>
              </a:rPr>
              <a:t>COMMUNITY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SERVER</a:t>
            </a:r>
            <a:r>
              <a:rPr b="0" spc="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–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spc="-15" dirty="0"/>
              <a:t>MAC</a:t>
            </a:r>
            <a:r>
              <a:rPr spc="-5" dirty="0"/>
              <a:t> </a:t>
            </a:r>
            <a:r>
              <a:rPr spc="-20" dirty="0"/>
              <a:t>DOWNLOAD</a:t>
            </a:r>
            <a:r>
              <a:rPr spc="-45" dirty="0"/>
              <a:t> </a:t>
            </a:r>
            <a:r>
              <a:rPr spc="-5" dirty="0"/>
              <a:t>GUIDE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9153" y="1455800"/>
            <a:ext cx="93903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Go</a:t>
            </a:r>
            <a:r>
              <a:rPr sz="22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22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https://dev.mysql.com/downloads</a:t>
            </a:r>
            <a:r>
              <a:rPr sz="2200" spc="45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download </a:t>
            </a:r>
            <a:r>
              <a:rPr sz="2200" b="1" spc="-5" dirty="0">
                <a:solidFill>
                  <a:srgbClr val="252525"/>
                </a:solidFill>
                <a:latin typeface="Calibri"/>
                <a:cs typeface="Calibri"/>
              </a:rPr>
              <a:t>MySQL</a:t>
            </a:r>
            <a:r>
              <a:rPr sz="2200" b="1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52525"/>
                </a:solidFill>
                <a:latin typeface="Calibri"/>
                <a:cs typeface="Calibri"/>
              </a:rPr>
              <a:t>Community</a:t>
            </a:r>
            <a:r>
              <a:rPr sz="2200" b="1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52525"/>
                </a:solidFill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468" y="1395983"/>
            <a:ext cx="496823" cy="496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873" y="1396746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468" y="2299716"/>
            <a:ext cx="496823" cy="496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2873" y="230073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153" y="2243366"/>
            <a:ext cx="8721090" cy="79692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Select</a:t>
            </a:r>
            <a:r>
              <a:rPr sz="22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252525"/>
                </a:solidFill>
                <a:latin typeface="Calibri"/>
                <a:cs typeface="Calibri"/>
              </a:rPr>
              <a:t>MacOS</a:t>
            </a:r>
            <a:r>
              <a:rPr sz="22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operating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52525"/>
                </a:solidFill>
                <a:latin typeface="Calibri"/>
                <a:cs typeface="Calibri"/>
              </a:rPr>
              <a:t>system,</a:t>
            </a:r>
            <a:r>
              <a:rPr sz="22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2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download</a:t>
            </a:r>
            <a:r>
              <a:rPr sz="22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252525"/>
                </a:solidFill>
                <a:latin typeface="Calibri"/>
                <a:cs typeface="Calibri"/>
              </a:rPr>
              <a:t>DMG</a:t>
            </a:r>
            <a:r>
              <a:rPr sz="22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252525"/>
                </a:solidFill>
                <a:latin typeface="Calibri"/>
                <a:cs typeface="Calibri"/>
              </a:rPr>
              <a:t>Archive</a:t>
            </a:r>
            <a:r>
              <a:rPr sz="2200" b="1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version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600" b="1" i="1" spc="-10" dirty="0">
                <a:solidFill>
                  <a:srgbClr val="0D0D0D"/>
                </a:solidFill>
                <a:latin typeface="Calibri"/>
                <a:cs typeface="Calibri"/>
              </a:rPr>
              <a:t>Note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:</a:t>
            </a:r>
            <a:r>
              <a:rPr sz="1600" i="1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you’ll</a:t>
            </a:r>
            <a:r>
              <a:rPr sz="1600" i="1" spc="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5" dirty="0">
                <a:solidFill>
                  <a:srgbClr val="0D0D0D"/>
                </a:solidFill>
                <a:latin typeface="Calibri"/>
                <a:cs typeface="Calibri"/>
              </a:rPr>
              <a:t>likely</a:t>
            </a:r>
            <a:r>
              <a:rPr sz="1600" i="1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0D0D0D"/>
                </a:solidFill>
                <a:latin typeface="Calibri"/>
                <a:cs typeface="Calibri"/>
              </a:rPr>
              <a:t>see a</a:t>
            </a:r>
            <a:r>
              <a:rPr sz="1600" i="1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later</a:t>
            </a:r>
            <a:r>
              <a:rPr sz="1600" i="1" spc="-5" dirty="0">
                <a:solidFill>
                  <a:srgbClr val="0D0D0D"/>
                </a:solidFill>
                <a:latin typeface="Calibri"/>
                <a:cs typeface="Calibri"/>
              </a:rPr>
              <a:t> version</a:t>
            </a:r>
            <a:r>
              <a:rPr sz="1600" i="1" spc="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than</a:t>
            </a:r>
            <a:r>
              <a:rPr sz="1600" i="1" spc="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600" i="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one</a:t>
            </a:r>
            <a:r>
              <a:rPr sz="1600" i="1" spc="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shown</a:t>
            </a:r>
            <a:r>
              <a:rPr sz="1600" i="1" spc="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0D0D0D"/>
                </a:solidFill>
                <a:latin typeface="Calibri"/>
                <a:cs typeface="Calibri"/>
              </a:rPr>
              <a:t>(just</a:t>
            </a:r>
            <a:r>
              <a:rPr sz="1600" i="1" spc="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download</a:t>
            </a:r>
            <a:r>
              <a:rPr sz="1600" i="1" spc="6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sz="1600" i="1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D0D0D"/>
                </a:solidFill>
                <a:latin typeface="Calibri"/>
                <a:cs typeface="Calibri"/>
              </a:rPr>
              <a:t>latest)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468" y="3453384"/>
            <a:ext cx="496823" cy="496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42873" y="3529965"/>
            <a:ext cx="908304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  <a:tabLst>
                <a:tab pos="528320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3	</a:t>
            </a:r>
            <a:r>
              <a:rPr sz="3300" spc="-7" baseline="2525" dirty="0">
                <a:solidFill>
                  <a:srgbClr val="252525"/>
                </a:solidFill>
                <a:latin typeface="Calibri"/>
                <a:cs typeface="Calibri"/>
              </a:rPr>
              <a:t>No</a:t>
            </a:r>
            <a:r>
              <a:rPr sz="3300" spc="15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15" baseline="2525" dirty="0">
                <a:solidFill>
                  <a:srgbClr val="252525"/>
                </a:solidFill>
                <a:latin typeface="Calibri"/>
                <a:cs typeface="Calibri"/>
              </a:rPr>
              <a:t>need</a:t>
            </a:r>
            <a:r>
              <a:rPr sz="3300" spc="22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30" baseline="2525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3300" spc="15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7" baseline="2525" dirty="0">
                <a:solidFill>
                  <a:srgbClr val="252525"/>
                </a:solidFill>
                <a:latin typeface="Calibri"/>
                <a:cs typeface="Calibri"/>
              </a:rPr>
              <a:t>Login</a:t>
            </a:r>
            <a:r>
              <a:rPr sz="3300" spc="7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aseline="2525" dirty="0">
                <a:solidFill>
                  <a:srgbClr val="252525"/>
                </a:solidFill>
                <a:latin typeface="Calibri"/>
                <a:cs typeface="Calibri"/>
              </a:rPr>
              <a:t>or</a:t>
            </a:r>
            <a:r>
              <a:rPr sz="3300" spc="7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15" baseline="2525" dirty="0">
                <a:solidFill>
                  <a:srgbClr val="252525"/>
                </a:solidFill>
                <a:latin typeface="Calibri"/>
                <a:cs typeface="Calibri"/>
              </a:rPr>
              <a:t>Sign</a:t>
            </a:r>
            <a:r>
              <a:rPr sz="3300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15" baseline="2525" dirty="0">
                <a:solidFill>
                  <a:srgbClr val="252525"/>
                </a:solidFill>
                <a:latin typeface="Calibri"/>
                <a:cs typeface="Calibri"/>
              </a:rPr>
              <a:t>Up,</a:t>
            </a:r>
            <a:r>
              <a:rPr sz="3300" spc="15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spc="-15" baseline="2525" dirty="0">
                <a:solidFill>
                  <a:srgbClr val="252525"/>
                </a:solidFill>
                <a:latin typeface="Calibri"/>
                <a:cs typeface="Calibri"/>
              </a:rPr>
              <a:t>just</a:t>
            </a:r>
            <a:r>
              <a:rPr sz="3300" spc="-7" baseline="2525" dirty="0">
                <a:solidFill>
                  <a:srgbClr val="252525"/>
                </a:solidFill>
                <a:latin typeface="Calibri"/>
                <a:cs typeface="Calibri"/>
              </a:rPr>
              <a:t> click</a:t>
            </a:r>
            <a:r>
              <a:rPr sz="3300" baseline="2525" dirty="0">
                <a:solidFill>
                  <a:srgbClr val="252525"/>
                </a:solidFill>
                <a:latin typeface="Calibri"/>
                <a:cs typeface="Calibri"/>
              </a:rPr>
              <a:t> “</a:t>
            </a:r>
            <a:r>
              <a:rPr sz="3300" b="1" i="1" baseline="2525" dirty="0">
                <a:solidFill>
                  <a:srgbClr val="252525"/>
                </a:solidFill>
                <a:latin typeface="Calibri"/>
                <a:cs typeface="Calibri"/>
              </a:rPr>
              <a:t>No</a:t>
            </a:r>
            <a:r>
              <a:rPr sz="3300" b="1" i="1" spc="15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="1" i="1" spc="-15" baseline="2525" dirty="0">
                <a:solidFill>
                  <a:srgbClr val="252525"/>
                </a:solidFill>
                <a:latin typeface="Calibri"/>
                <a:cs typeface="Calibri"/>
              </a:rPr>
              <a:t>thanks,</a:t>
            </a:r>
            <a:r>
              <a:rPr sz="3300" b="1" i="1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="1" i="1" spc="-15" baseline="2525" dirty="0">
                <a:solidFill>
                  <a:srgbClr val="252525"/>
                </a:solidFill>
                <a:latin typeface="Calibri"/>
                <a:cs typeface="Calibri"/>
              </a:rPr>
              <a:t>just</a:t>
            </a:r>
            <a:r>
              <a:rPr sz="3300" b="1" i="1" spc="7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="1" i="1" spc="-22" baseline="2525" dirty="0">
                <a:solidFill>
                  <a:srgbClr val="252525"/>
                </a:solidFill>
                <a:latin typeface="Calibri"/>
                <a:cs typeface="Calibri"/>
              </a:rPr>
              <a:t>start</a:t>
            </a:r>
            <a:r>
              <a:rPr sz="3300" b="1" i="1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="1" i="1" spc="-37" baseline="2525" dirty="0">
                <a:solidFill>
                  <a:srgbClr val="252525"/>
                </a:solidFill>
                <a:latin typeface="Calibri"/>
                <a:cs typeface="Calibri"/>
              </a:rPr>
              <a:t>my</a:t>
            </a:r>
            <a:r>
              <a:rPr sz="3300" b="1" i="1" spc="7" baseline="25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3300" b="1" i="1" baseline="2525" dirty="0">
                <a:solidFill>
                  <a:srgbClr val="252525"/>
                </a:solidFill>
                <a:latin typeface="Calibri"/>
                <a:cs typeface="Calibri"/>
              </a:rPr>
              <a:t>download</a:t>
            </a:r>
            <a:r>
              <a:rPr sz="3300" baseline="2525" dirty="0">
                <a:solidFill>
                  <a:srgbClr val="252525"/>
                </a:solidFill>
                <a:latin typeface="Calibri"/>
                <a:cs typeface="Calibri"/>
              </a:rPr>
              <a:t>”</a:t>
            </a:r>
            <a:endParaRPr sz="3300" baseline="2525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9153" y="4461128"/>
            <a:ext cx="9457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Find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install</a:t>
            </a:r>
            <a:r>
              <a:rPr sz="22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file</a:t>
            </a:r>
            <a:r>
              <a:rPr sz="2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2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your</a:t>
            </a:r>
            <a:r>
              <a:rPr sz="2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downloads,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then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 double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click </a:t>
            </a:r>
            <a:r>
              <a:rPr sz="2200" spc="-2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22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run</a:t>
            </a:r>
            <a:r>
              <a:rPr sz="2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installer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 package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323" y="4407408"/>
            <a:ext cx="496823" cy="4968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33424" y="4409059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323" y="5334000"/>
            <a:ext cx="496823" cy="4968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3424" y="5336235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9153" y="5294514"/>
            <a:ext cx="9479915" cy="79819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Click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through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each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install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step,</a:t>
            </a:r>
            <a:r>
              <a:rPr sz="22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leaving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defaults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alibri"/>
                <a:cs typeface="Calibri"/>
              </a:rPr>
              <a:t>unless</a:t>
            </a:r>
            <a:r>
              <a:rPr sz="22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you</a:t>
            </a:r>
            <a:r>
              <a:rPr sz="22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need</a:t>
            </a:r>
            <a:r>
              <a:rPr sz="22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52525"/>
                </a:solidFill>
                <a:latin typeface="Calibri"/>
                <a:cs typeface="Calibri"/>
              </a:rPr>
              <a:t>customized</a:t>
            </a:r>
            <a:r>
              <a:rPr sz="22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52525"/>
                </a:solidFill>
                <a:latin typeface="Calibri"/>
                <a:cs typeface="Calibri"/>
              </a:rPr>
              <a:t>settings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600" b="1" i="1" spc="-10" dirty="0">
                <a:solidFill>
                  <a:srgbClr val="252525"/>
                </a:solidFill>
                <a:latin typeface="Calibri"/>
                <a:cs typeface="Calibri"/>
              </a:rPr>
              <a:t>Note</a:t>
            </a:r>
            <a:r>
              <a:rPr sz="1600" i="1" spc="-10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r>
              <a:rPr sz="1600" i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20" dirty="0">
                <a:solidFill>
                  <a:srgbClr val="252525"/>
                </a:solidFill>
                <a:latin typeface="Calibri"/>
                <a:cs typeface="Calibri"/>
              </a:rPr>
              <a:t>Make</a:t>
            </a:r>
            <a:r>
              <a:rPr sz="1600" i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252525"/>
                </a:solidFill>
                <a:latin typeface="Calibri"/>
                <a:cs typeface="Calibri"/>
              </a:rPr>
              <a:t>sure</a:t>
            </a:r>
            <a:r>
              <a:rPr sz="1600" i="1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15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600" i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252525"/>
                </a:solidFill>
                <a:latin typeface="Calibri"/>
                <a:cs typeface="Calibri"/>
              </a:rPr>
              <a:t>store</a:t>
            </a:r>
            <a:r>
              <a:rPr sz="1600" i="1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252525"/>
                </a:solidFill>
                <a:latin typeface="Calibri"/>
                <a:cs typeface="Calibri"/>
              </a:rPr>
              <a:t>your</a:t>
            </a:r>
            <a:r>
              <a:rPr sz="1600" i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252525"/>
                </a:solidFill>
                <a:latin typeface="Calibri"/>
                <a:cs typeface="Calibri"/>
              </a:rPr>
              <a:t>root</a:t>
            </a:r>
            <a:r>
              <a:rPr sz="1600" b="1" i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252525"/>
                </a:solidFill>
                <a:latin typeface="Calibri"/>
                <a:cs typeface="Calibri"/>
              </a:rPr>
              <a:t>password</a:t>
            </a:r>
            <a:r>
              <a:rPr sz="1600" b="1" i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252525"/>
                </a:solidFill>
                <a:latin typeface="Calibri"/>
                <a:cs typeface="Calibri"/>
              </a:rPr>
              <a:t>somewhere,</a:t>
            </a:r>
            <a:r>
              <a:rPr sz="1600" i="1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252525"/>
                </a:solidFill>
                <a:latin typeface="Calibri"/>
                <a:cs typeface="Calibri"/>
              </a:rPr>
              <a:t>you’ll</a:t>
            </a:r>
            <a:r>
              <a:rPr sz="1600" i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252525"/>
                </a:solidFill>
                <a:latin typeface="Calibri"/>
                <a:cs typeface="Calibri"/>
              </a:rPr>
              <a:t>need</a:t>
            </a:r>
            <a:r>
              <a:rPr sz="1600" i="1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600" i="1" spc="-5" dirty="0">
                <a:solidFill>
                  <a:srgbClr val="252525"/>
                </a:solidFill>
                <a:latin typeface="Calibri"/>
                <a:cs typeface="Calibri"/>
              </a:rPr>
              <a:t>this later!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41252" y="182879"/>
            <a:ext cx="402335" cy="493775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10420604" y="6725970"/>
            <a:ext cx="169481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1" kern="1200">
                <a:solidFill>
                  <a:srgbClr val="7E7E7E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70"/>
              </a:lnSpc>
            </a:pPr>
            <a:r>
              <a:rPr lang="en-US" spc="-5"/>
              <a:t>*Copyright 2019,</a:t>
            </a:r>
            <a:r>
              <a:rPr lang="en-US"/>
              <a:t> </a:t>
            </a:r>
            <a:r>
              <a:rPr lang="en-US" spc="-5"/>
              <a:t>Excel</a:t>
            </a:r>
            <a:r>
              <a:rPr lang="en-US" spc="5"/>
              <a:t> </a:t>
            </a:r>
            <a:r>
              <a:rPr lang="en-US" spc="-5"/>
              <a:t>Maven</a:t>
            </a:r>
            <a:r>
              <a:rPr lang="en-US"/>
              <a:t> &amp;</a:t>
            </a:r>
            <a:r>
              <a:rPr lang="en-US" spc="5"/>
              <a:t> </a:t>
            </a:r>
            <a:r>
              <a:rPr lang="en-US" spc="-5"/>
              <a:t>Maven</a:t>
            </a:r>
            <a:r>
              <a:rPr lang="en-US" spc="5"/>
              <a:t> </a:t>
            </a:r>
            <a:r>
              <a:rPr lang="en-US" spc="-5"/>
              <a:t>Analytics,</a:t>
            </a:r>
            <a:r>
              <a:rPr lang="en-US" spc="10"/>
              <a:t> </a:t>
            </a:r>
            <a:r>
              <a:rPr lang="en-US" spc="-5"/>
              <a:t>LLC</a:t>
            </a:r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16991" y="1251203"/>
            <a:ext cx="5380355" cy="5194300"/>
            <a:chOff x="316991" y="1251203"/>
            <a:chExt cx="5380355" cy="5194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239" y="1493447"/>
              <a:ext cx="3611971" cy="18944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1510283"/>
              <a:ext cx="3546348" cy="1819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0219" y="2976397"/>
              <a:ext cx="769632" cy="3535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17369" y="3033521"/>
              <a:ext cx="623570" cy="207645"/>
            </a:xfrm>
            <a:custGeom>
              <a:avLst/>
              <a:gdLst/>
              <a:ahLst/>
              <a:cxnLst/>
              <a:rect l="l" t="t" r="r" b="b"/>
              <a:pathLst>
                <a:path w="623569" h="207644">
                  <a:moveTo>
                    <a:pt x="0" y="207263"/>
                  </a:moveTo>
                  <a:lnTo>
                    <a:pt x="623316" y="207263"/>
                  </a:lnTo>
                  <a:lnTo>
                    <a:pt x="623316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441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6991" y="1251203"/>
              <a:ext cx="496823" cy="496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9865" y="4323523"/>
              <a:ext cx="3986866" cy="2121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7547" y="4340352"/>
              <a:ext cx="3921252" cy="20467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8800" y="5635751"/>
              <a:ext cx="3758184" cy="4907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85950" y="5692901"/>
              <a:ext cx="3611879" cy="344805"/>
            </a:xfrm>
            <a:custGeom>
              <a:avLst/>
              <a:gdLst/>
              <a:ahLst/>
              <a:cxnLst/>
              <a:rect l="l" t="t" r="r" b="b"/>
              <a:pathLst>
                <a:path w="3611879" h="344804">
                  <a:moveTo>
                    <a:pt x="0" y="344424"/>
                  </a:moveTo>
                  <a:lnTo>
                    <a:pt x="3611879" y="344424"/>
                  </a:lnTo>
                  <a:lnTo>
                    <a:pt x="3611879" y="0"/>
                  </a:lnTo>
                  <a:lnTo>
                    <a:pt x="0" y="0"/>
                  </a:lnTo>
                  <a:lnTo>
                    <a:pt x="0" y="344424"/>
                  </a:lnTo>
                  <a:close/>
                </a:path>
              </a:pathLst>
            </a:custGeom>
            <a:ln w="441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398264" y="1261872"/>
            <a:ext cx="7411720" cy="5055235"/>
            <a:chOff x="4398264" y="1261872"/>
            <a:chExt cx="7411720" cy="505523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9017" y="1481251"/>
              <a:ext cx="3168448" cy="214895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6676" y="1498092"/>
              <a:ext cx="3102864" cy="20741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90288" y="3230854"/>
              <a:ext cx="1463039" cy="4313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47438" y="3288029"/>
              <a:ext cx="1316990" cy="285115"/>
            </a:xfrm>
            <a:custGeom>
              <a:avLst/>
              <a:gdLst/>
              <a:ahLst/>
              <a:cxnLst/>
              <a:rect l="l" t="t" r="r" b="b"/>
              <a:pathLst>
                <a:path w="1316989" h="285114">
                  <a:moveTo>
                    <a:pt x="0" y="284988"/>
                  </a:moveTo>
                  <a:lnTo>
                    <a:pt x="1316736" y="284988"/>
                  </a:lnTo>
                  <a:lnTo>
                    <a:pt x="1316736" y="0"/>
                  </a:lnTo>
                  <a:lnTo>
                    <a:pt x="0" y="0"/>
                  </a:lnTo>
                  <a:lnTo>
                    <a:pt x="0" y="284988"/>
                  </a:lnTo>
                  <a:close/>
                </a:path>
              </a:pathLst>
            </a:custGeom>
            <a:ln w="441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8264" y="1261872"/>
              <a:ext cx="496824" cy="4968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47806" y="4323486"/>
              <a:ext cx="4140721" cy="14266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5436" y="4340351"/>
              <a:ext cx="4075175" cy="13517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15655" y="5103875"/>
              <a:ext cx="2391155" cy="12131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41564" y="5129783"/>
              <a:ext cx="2289048" cy="11109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0072" y="4076700"/>
              <a:ext cx="496824" cy="4968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75285" y="1493498"/>
              <a:ext cx="3534202" cy="25390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82940" y="1510284"/>
              <a:ext cx="3468624" cy="2464308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03176" y="-152027"/>
            <a:ext cx="1102034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MySQL </a:t>
            </a:r>
            <a:r>
              <a:rPr b="0" spc="-10" dirty="0">
                <a:latin typeface="Calibri"/>
                <a:cs typeface="Calibri"/>
              </a:rPr>
              <a:t>COMMUNITY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SERVER</a:t>
            </a:r>
            <a:r>
              <a:rPr b="0" spc="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–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spc="-15" dirty="0"/>
              <a:t>MAC</a:t>
            </a:r>
            <a:r>
              <a:rPr spc="-5" dirty="0"/>
              <a:t> </a:t>
            </a:r>
            <a:r>
              <a:rPr spc="-20" dirty="0"/>
              <a:t>DOWNLOAD</a:t>
            </a:r>
            <a:r>
              <a:rPr spc="-45" dirty="0"/>
              <a:t> </a:t>
            </a:r>
            <a:r>
              <a:rPr spc="-5" dirty="0"/>
              <a:t>GUIDE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63702" y="125247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7611" y="4081271"/>
            <a:ext cx="496824" cy="496824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614042" y="408254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56121" y="4077411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85176" y="1272539"/>
            <a:ext cx="1252855" cy="4798060"/>
            <a:chOff x="7885176" y="1272539"/>
            <a:chExt cx="1252855" cy="4798060"/>
          </a:xfrm>
        </p:grpSpPr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85176" y="5250180"/>
              <a:ext cx="1252740" cy="8198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942326" y="5307330"/>
              <a:ext cx="1106805" cy="673735"/>
            </a:xfrm>
            <a:custGeom>
              <a:avLst/>
              <a:gdLst/>
              <a:ahLst/>
              <a:cxnLst/>
              <a:rect l="l" t="t" r="r" b="b"/>
              <a:pathLst>
                <a:path w="1106804" h="673735">
                  <a:moveTo>
                    <a:pt x="0" y="673608"/>
                  </a:moveTo>
                  <a:lnTo>
                    <a:pt x="1106424" y="673608"/>
                  </a:lnTo>
                  <a:lnTo>
                    <a:pt x="1106424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ln w="441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33004" y="1272539"/>
              <a:ext cx="496824" cy="49682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544695" y="1272362"/>
            <a:ext cx="3841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48075" algn="l"/>
              </a:tabLst>
            </a:pPr>
            <a:r>
              <a:rPr sz="4200" b="1" spc="-7" baseline="1984" dirty="0">
                <a:solidFill>
                  <a:srgbClr val="FFFFFF"/>
                </a:solidFill>
                <a:latin typeface="Calibri"/>
                <a:cs typeface="Calibri"/>
              </a:rPr>
              <a:t>3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61126" y="1802866"/>
            <a:ext cx="5764530" cy="3763010"/>
            <a:chOff x="5961126" y="1802866"/>
            <a:chExt cx="5764530" cy="3763010"/>
          </a:xfrm>
        </p:grpSpPr>
        <p:sp>
          <p:nvSpPr>
            <p:cNvPr id="37" name="object 37"/>
            <p:cNvSpPr/>
            <p:nvPr/>
          </p:nvSpPr>
          <p:spPr>
            <a:xfrm>
              <a:off x="5961126" y="3429380"/>
              <a:ext cx="1022985" cy="814705"/>
            </a:xfrm>
            <a:custGeom>
              <a:avLst/>
              <a:gdLst/>
              <a:ahLst/>
              <a:cxnLst/>
              <a:rect l="l" t="t" r="r" b="b"/>
              <a:pathLst>
                <a:path w="1022984" h="814704">
                  <a:moveTo>
                    <a:pt x="971529" y="740651"/>
                  </a:moveTo>
                  <a:lnTo>
                    <a:pt x="946276" y="745744"/>
                  </a:lnTo>
                  <a:lnTo>
                    <a:pt x="999744" y="814197"/>
                  </a:lnTo>
                  <a:lnTo>
                    <a:pt x="1016242" y="753364"/>
                  </a:lnTo>
                  <a:lnTo>
                    <a:pt x="974217" y="753364"/>
                  </a:lnTo>
                  <a:lnTo>
                    <a:pt x="971529" y="740651"/>
                  </a:lnTo>
                  <a:close/>
                </a:path>
                <a:path w="1022984" h="814704">
                  <a:moveTo>
                    <a:pt x="996947" y="735525"/>
                  </a:moveTo>
                  <a:lnTo>
                    <a:pt x="971529" y="740651"/>
                  </a:lnTo>
                  <a:lnTo>
                    <a:pt x="974217" y="753364"/>
                  </a:lnTo>
                  <a:lnTo>
                    <a:pt x="999617" y="748030"/>
                  </a:lnTo>
                  <a:lnTo>
                    <a:pt x="996947" y="735525"/>
                  </a:lnTo>
                  <a:close/>
                </a:path>
                <a:path w="1022984" h="814704">
                  <a:moveTo>
                    <a:pt x="1022476" y="730377"/>
                  </a:moveTo>
                  <a:lnTo>
                    <a:pt x="996947" y="735525"/>
                  </a:lnTo>
                  <a:lnTo>
                    <a:pt x="999617" y="748030"/>
                  </a:lnTo>
                  <a:lnTo>
                    <a:pt x="974217" y="753364"/>
                  </a:lnTo>
                  <a:lnTo>
                    <a:pt x="1016242" y="753364"/>
                  </a:lnTo>
                  <a:lnTo>
                    <a:pt x="1022476" y="730377"/>
                  </a:lnTo>
                  <a:close/>
                </a:path>
                <a:path w="1022984" h="814704">
                  <a:moveTo>
                    <a:pt x="990749" y="706501"/>
                  </a:moveTo>
                  <a:lnTo>
                    <a:pt x="964310" y="706501"/>
                  </a:lnTo>
                  <a:lnTo>
                    <a:pt x="971529" y="740651"/>
                  </a:lnTo>
                  <a:lnTo>
                    <a:pt x="996947" y="735525"/>
                  </a:lnTo>
                  <a:lnTo>
                    <a:pt x="990749" y="706501"/>
                  </a:lnTo>
                  <a:close/>
                </a:path>
                <a:path w="1022984" h="814704">
                  <a:moveTo>
                    <a:pt x="982458" y="670306"/>
                  </a:moveTo>
                  <a:lnTo>
                    <a:pt x="955928" y="670306"/>
                  </a:lnTo>
                  <a:lnTo>
                    <a:pt x="964310" y="706755"/>
                  </a:lnTo>
                  <a:lnTo>
                    <a:pt x="964310" y="706501"/>
                  </a:lnTo>
                  <a:lnTo>
                    <a:pt x="990749" y="706501"/>
                  </a:lnTo>
                  <a:lnTo>
                    <a:pt x="989583" y="701040"/>
                  </a:lnTo>
                  <a:lnTo>
                    <a:pt x="982458" y="670306"/>
                  </a:lnTo>
                  <a:close/>
                </a:path>
                <a:path w="1022984" h="814704">
                  <a:moveTo>
                    <a:pt x="952816" y="564896"/>
                  </a:moveTo>
                  <a:lnTo>
                    <a:pt x="925576" y="564896"/>
                  </a:lnTo>
                  <a:lnTo>
                    <a:pt x="936878" y="599821"/>
                  </a:lnTo>
                  <a:lnTo>
                    <a:pt x="946912" y="635000"/>
                  </a:lnTo>
                  <a:lnTo>
                    <a:pt x="955928" y="670560"/>
                  </a:lnTo>
                  <a:lnTo>
                    <a:pt x="955928" y="670306"/>
                  </a:lnTo>
                  <a:lnTo>
                    <a:pt x="982458" y="670306"/>
                  </a:lnTo>
                  <a:lnTo>
                    <a:pt x="981075" y="664337"/>
                  </a:lnTo>
                  <a:lnTo>
                    <a:pt x="971803" y="628015"/>
                  </a:lnTo>
                  <a:lnTo>
                    <a:pt x="961517" y="592074"/>
                  </a:lnTo>
                  <a:lnTo>
                    <a:pt x="952816" y="564896"/>
                  </a:lnTo>
                  <a:close/>
                </a:path>
                <a:path w="1022984" h="814704">
                  <a:moveTo>
                    <a:pt x="946784" y="634619"/>
                  </a:moveTo>
                  <a:lnTo>
                    <a:pt x="946881" y="635000"/>
                  </a:lnTo>
                  <a:lnTo>
                    <a:pt x="946784" y="634619"/>
                  </a:lnTo>
                  <a:close/>
                </a:path>
                <a:path w="1022984" h="814704">
                  <a:moveTo>
                    <a:pt x="936751" y="599440"/>
                  </a:moveTo>
                  <a:lnTo>
                    <a:pt x="936860" y="599821"/>
                  </a:lnTo>
                  <a:lnTo>
                    <a:pt x="936751" y="599440"/>
                  </a:lnTo>
                  <a:close/>
                </a:path>
                <a:path w="1022984" h="814704">
                  <a:moveTo>
                    <a:pt x="927468" y="497967"/>
                  </a:moveTo>
                  <a:lnTo>
                    <a:pt x="899414" y="497967"/>
                  </a:lnTo>
                  <a:lnTo>
                    <a:pt x="913510" y="531622"/>
                  </a:lnTo>
                  <a:lnTo>
                    <a:pt x="925702" y="565404"/>
                  </a:lnTo>
                  <a:lnTo>
                    <a:pt x="925576" y="564896"/>
                  </a:lnTo>
                  <a:lnTo>
                    <a:pt x="952816" y="564896"/>
                  </a:lnTo>
                  <a:lnTo>
                    <a:pt x="950214" y="556768"/>
                  </a:lnTo>
                  <a:lnTo>
                    <a:pt x="937514" y="521970"/>
                  </a:lnTo>
                  <a:lnTo>
                    <a:pt x="927468" y="497967"/>
                  </a:lnTo>
                  <a:close/>
                </a:path>
                <a:path w="1022984" h="814704">
                  <a:moveTo>
                    <a:pt x="913256" y="531114"/>
                  </a:moveTo>
                  <a:lnTo>
                    <a:pt x="913441" y="531622"/>
                  </a:lnTo>
                  <a:lnTo>
                    <a:pt x="913256" y="531114"/>
                  </a:lnTo>
                  <a:close/>
                </a:path>
                <a:path w="1022984" h="814704">
                  <a:moveTo>
                    <a:pt x="896388" y="434721"/>
                  </a:moveTo>
                  <a:lnTo>
                    <a:pt x="866775" y="434721"/>
                  </a:lnTo>
                  <a:lnTo>
                    <a:pt x="867155" y="435356"/>
                  </a:lnTo>
                  <a:lnTo>
                    <a:pt x="884301" y="466471"/>
                  </a:lnTo>
                  <a:lnTo>
                    <a:pt x="899668" y="498602"/>
                  </a:lnTo>
                  <a:lnTo>
                    <a:pt x="899414" y="497967"/>
                  </a:lnTo>
                  <a:lnTo>
                    <a:pt x="927468" y="497967"/>
                  </a:lnTo>
                  <a:lnTo>
                    <a:pt x="923163" y="487680"/>
                  </a:lnTo>
                  <a:lnTo>
                    <a:pt x="907160" y="454279"/>
                  </a:lnTo>
                  <a:lnTo>
                    <a:pt x="896388" y="434721"/>
                  </a:lnTo>
                  <a:close/>
                </a:path>
                <a:path w="1022984" h="814704">
                  <a:moveTo>
                    <a:pt x="883920" y="465836"/>
                  </a:moveTo>
                  <a:lnTo>
                    <a:pt x="884225" y="466471"/>
                  </a:lnTo>
                  <a:lnTo>
                    <a:pt x="883920" y="465836"/>
                  </a:lnTo>
                  <a:close/>
                </a:path>
                <a:path w="1022984" h="814704">
                  <a:moveTo>
                    <a:pt x="866926" y="434994"/>
                  </a:moveTo>
                  <a:lnTo>
                    <a:pt x="867125" y="435356"/>
                  </a:lnTo>
                  <a:lnTo>
                    <a:pt x="866926" y="434994"/>
                  </a:lnTo>
                  <a:close/>
                </a:path>
                <a:path w="1022984" h="814704">
                  <a:moveTo>
                    <a:pt x="869097" y="390271"/>
                  </a:moveTo>
                  <a:lnTo>
                    <a:pt x="837310" y="390271"/>
                  </a:lnTo>
                  <a:lnTo>
                    <a:pt x="847978" y="405130"/>
                  </a:lnTo>
                  <a:lnTo>
                    <a:pt x="866926" y="434994"/>
                  </a:lnTo>
                  <a:lnTo>
                    <a:pt x="866775" y="434721"/>
                  </a:lnTo>
                  <a:lnTo>
                    <a:pt x="896388" y="434721"/>
                  </a:lnTo>
                  <a:lnTo>
                    <a:pt x="889253" y="421767"/>
                  </a:lnTo>
                  <a:lnTo>
                    <a:pt x="869097" y="390271"/>
                  </a:lnTo>
                  <a:close/>
                </a:path>
                <a:path w="1022984" h="814704">
                  <a:moveTo>
                    <a:pt x="847598" y="404622"/>
                  </a:moveTo>
                  <a:lnTo>
                    <a:pt x="847921" y="405130"/>
                  </a:lnTo>
                  <a:lnTo>
                    <a:pt x="847598" y="404622"/>
                  </a:lnTo>
                  <a:close/>
                </a:path>
                <a:path w="1022984" h="814704">
                  <a:moveTo>
                    <a:pt x="847982" y="361696"/>
                  </a:moveTo>
                  <a:lnTo>
                    <a:pt x="814704" y="361696"/>
                  </a:lnTo>
                  <a:lnTo>
                    <a:pt x="826516" y="376174"/>
                  </a:lnTo>
                  <a:lnTo>
                    <a:pt x="837565" y="390652"/>
                  </a:lnTo>
                  <a:lnTo>
                    <a:pt x="837310" y="390271"/>
                  </a:lnTo>
                  <a:lnTo>
                    <a:pt x="869097" y="390271"/>
                  </a:lnTo>
                  <a:lnTo>
                    <a:pt x="858266" y="375031"/>
                  </a:lnTo>
                  <a:lnTo>
                    <a:pt x="847982" y="361696"/>
                  </a:lnTo>
                  <a:close/>
                </a:path>
                <a:path w="1022984" h="814704">
                  <a:moveTo>
                    <a:pt x="826262" y="375920"/>
                  </a:moveTo>
                  <a:lnTo>
                    <a:pt x="826456" y="376174"/>
                  </a:lnTo>
                  <a:lnTo>
                    <a:pt x="826262" y="375920"/>
                  </a:lnTo>
                  <a:close/>
                </a:path>
                <a:path w="1022984" h="814704">
                  <a:moveTo>
                    <a:pt x="825222" y="334645"/>
                  </a:moveTo>
                  <a:lnTo>
                    <a:pt x="789813" y="334645"/>
                  </a:lnTo>
                  <a:lnTo>
                    <a:pt x="802894" y="348488"/>
                  </a:lnTo>
                  <a:lnTo>
                    <a:pt x="815085" y="362204"/>
                  </a:lnTo>
                  <a:lnTo>
                    <a:pt x="814704" y="361696"/>
                  </a:lnTo>
                  <a:lnTo>
                    <a:pt x="847982" y="361696"/>
                  </a:lnTo>
                  <a:lnTo>
                    <a:pt x="846708" y="360045"/>
                  </a:lnTo>
                  <a:lnTo>
                    <a:pt x="834644" y="345186"/>
                  </a:lnTo>
                  <a:lnTo>
                    <a:pt x="825222" y="334645"/>
                  </a:lnTo>
                  <a:close/>
                </a:path>
                <a:path w="1022984" h="814704">
                  <a:moveTo>
                    <a:pt x="802640" y="348234"/>
                  </a:moveTo>
                  <a:lnTo>
                    <a:pt x="802866" y="348488"/>
                  </a:lnTo>
                  <a:lnTo>
                    <a:pt x="802640" y="348234"/>
                  </a:lnTo>
                  <a:close/>
                </a:path>
                <a:path w="1022984" h="814704">
                  <a:moveTo>
                    <a:pt x="813162" y="321691"/>
                  </a:moveTo>
                  <a:lnTo>
                    <a:pt x="776351" y="321691"/>
                  </a:lnTo>
                  <a:lnTo>
                    <a:pt x="790067" y="335026"/>
                  </a:lnTo>
                  <a:lnTo>
                    <a:pt x="789813" y="334645"/>
                  </a:lnTo>
                  <a:lnTo>
                    <a:pt x="825222" y="334645"/>
                  </a:lnTo>
                  <a:lnTo>
                    <a:pt x="821817" y="330835"/>
                  </a:lnTo>
                  <a:lnTo>
                    <a:pt x="813162" y="321691"/>
                  </a:lnTo>
                  <a:close/>
                </a:path>
                <a:path w="1022984" h="814704">
                  <a:moveTo>
                    <a:pt x="800318" y="308864"/>
                  </a:moveTo>
                  <a:lnTo>
                    <a:pt x="762253" y="308864"/>
                  </a:lnTo>
                  <a:lnTo>
                    <a:pt x="776731" y="322072"/>
                  </a:lnTo>
                  <a:lnTo>
                    <a:pt x="776351" y="321691"/>
                  </a:lnTo>
                  <a:lnTo>
                    <a:pt x="813162" y="321691"/>
                  </a:lnTo>
                  <a:lnTo>
                    <a:pt x="808354" y="316611"/>
                  </a:lnTo>
                  <a:lnTo>
                    <a:pt x="800318" y="308864"/>
                  </a:lnTo>
                  <a:close/>
                </a:path>
                <a:path w="1022984" h="814704">
                  <a:moveTo>
                    <a:pt x="759063" y="272796"/>
                  </a:moveTo>
                  <a:lnTo>
                    <a:pt x="715645" y="272796"/>
                  </a:lnTo>
                  <a:lnTo>
                    <a:pt x="732281" y="284734"/>
                  </a:lnTo>
                  <a:lnTo>
                    <a:pt x="747776" y="296799"/>
                  </a:lnTo>
                  <a:lnTo>
                    <a:pt x="762634" y="309245"/>
                  </a:lnTo>
                  <a:lnTo>
                    <a:pt x="762253" y="308864"/>
                  </a:lnTo>
                  <a:lnTo>
                    <a:pt x="800318" y="308864"/>
                  </a:lnTo>
                  <a:lnTo>
                    <a:pt x="794257" y="303022"/>
                  </a:lnTo>
                  <a:lnTo>
                    <a:pt x="779399" y="289433"/>
                  </a:lnTo>
                  <a:lnTo>
                    <a:pt x="763777" y="276479"/>
                  </a:lnTo>
                  <a:lnTo>
                    <a:pt x="759063" y="272796"/>
                  </a:lnTo>
                  <a:close/>
                </a:path>
                <a:path w="1022984" h="814704">
                  <a:moveTo>
                    <a:pt x="747395" y="296545"/>
                  </a:moveTo>
                  <a:lnTo>
                    <a:pt x="747699" y="296799"/>
                  </a:lnTo>
                  <a:lnTo>
                    <a:pt x="747395" y="296545"/>
                  </a:lnTo>
                  <a:close/>
                </a:path>
                <a:path w="1022984" h="814704">
                  <a:moveTo>
                    <a:pt x="731901" y="284480"/>
                  </a:moveTo>
                  <a:lnTo>
                    <a:pt x="732228" y="284734"/>
                  </a:lnTo>
                  <a:lnTo>
                    <a:pt x="731901" y="284480"/>
                  </a:lnTo>
                  <a:close/>
                </a:path>
                <a:path w="1022984" h="814704">
                  <a:moveTo>
                    <a:pt x="744118" y="261366"/>
                  </a:moveTo>
                  <a:lnTo>
                    <a:pt x="698500" y="261366"/>
                  </a:lnTo>
                  <a:lnTo>
                    <a:pt x="698880" y="261620"/>
                  </a:lnTo>
                  <a:lnTo>
                    <a:pt x="715899" y="273050"/>
                  </a:lnTo>
                  <a:lnTo>
                    <a:pt x="715645" y="272796"/>
                  </a:lnTo>
                  <a:lnTo>
                    <a:pt x="759063" y="272796"/>
                  </a:lnTo>
                  <a:lnTo>
                    <a:pt x="747522" y="263779"/>
                  </a:lnTo>
                  <a:lnTo>
                    <a:pt x="744118" y="261366"/>
                  </a:lnTo>
                  <a:close/>
                </a:path>
                <a:path w="1022984" h="814704">
                  <a:moveTo>
                    <a:pt x="698839" y="261594"/>
                  </a:moveTo>
                  <a:close/>
                </a:path>
                <a:path w="1022984" h="814704">
                  <a:moveTo>
                    <a:pt x="728423" y="250317"/>
                  </a:moveTo>
                  <a:lnTo>
                    <a:pt x="680847" y="250317"/>
                  </a:lnTo>
                  <a:lnTo>
                    <a:pt x="698839" y="261594"/>
                  </a:lnTo>
                  <a:lnTo>
                    <a:pt x="698500" y="261366"/>
                  </a:lnTo>
                  <a:lnTo>
                    <a:pt x="744118" y="261366"/>
                  </a:lnTo>
                  <a:lnTo>
                    <a:pt x="730503" y="251714"/>
                  </a:lnTo>
                  <a:lnTo>
                    <a:pt x="728423" y="250317"/>
                  </a:lnTo>
                  <a:close/>
                </a:path>
                <a:path w="1022984" h="814704">
                  <a:moveTo>
                    <a:pt x="712322" y="239522"/>
                  </a:moveTo>
                  <a:lnTo>
                    <a:pt x="662431" y="239522"/>
                  </a:lnTo>
                  <a:lnTo>
                    <a:pt x="681101" y="250571"/>
                  </a:lnTo>
                  <a:lnTo>
                    <a:pt x="680847" y="250317"/>
                  </a:lnTo>
                  <a:lnTo>
                    <a:pt x="728423" y="250317"/>
                  </a:lnTo>
                  <a:lnTo>
                    <a:pt x="712724" y="239776"/>
                  </a:lnTo>
                  <a:lnTo>
                    <a:pt x="712322" y="239522"/>
                  </a:lnTo>
                  <a:close/>
                </a:path>
                <a:path w="1022984" h="814704">
                  <a:moveTo>
                    <a:pt x="643381" y="229108"/>
                  </a:moveTo>
                  <a:lnTo>
                    <a:pt x="662813" y="239776"/>
                  </a:lnTo>
                  <a:lnTo>
                    <a:pt x="662431" y="239522"/>
                  </a:lnTo>
                  <a:lnTo>
                    <a:pt x="712322" y="239522"/>
                  </a:lnTo>
                  <a:lnTo>
                    <a:pt x="696043" y="229235"/>
                  </a:lnTo>
                  <a:lnTo>
                    <a:pt x="643763" y="229235"/>
                  </a:lnTo>
                  <a:lnTo>
                    <a:pt x="643381" y="229108"/>
                  </a:lnTo>
                  <a:close/>
                </a:path>
                <a:path w="1022984" h="814704">
                  <a:moveTo>
                    <a:pt x="678232" y="218821"/>
                  </a:moveTo>
                  <a:lnTo>
                    <a:pt x="623824" y="218821"/>
                  </a:lnTo>
                  <a:lnTo>
                    <a:pt x="624077" y="218948"/>
                  </a:lnTo>
                  <a:lnTo>
                    <a:pt x="643763" y="229235"/>
                  </a:lnTo>
                  <a:lnTo>
                    <a:pt x="696043" y="229235"/>
                  </a:lnTo>
                  <a:lnTo>
                    <a:pt x="694435" y="228219"/>
                  </a:lnTo>
                  <a:lnTo>
                    <a:pt x="678232" y="218821"/>
                  </a:lnTo>
                  <a:close/>
                </a:path>
                <a:path w="1022984" h="814704">
                  <a:moveTo>
                    <a:pt x="623898" y="218860"/>
                  </a:moveTo>
                  <a:lnTo>
                    <a:pt x="624067" y="218948"/>
                  </a:lnTo>
                  <a:lnTo>
                    <a:pt x="623898" y="218860"/>
                  </a:lnTo>
                  <a:close/>
                </a:path>
                <a:path w="1022984" h="814704">
                  <a:moveTo>
                    <a:pt x="584054" y="171577"/>
                  </a:moveTo>
                  <a:lnTo>
                    <a:pt x="517016" y="171577"/>
                  </a:lnTo>
                  <a:lnTo>
                    <a:pt x="561721" y="189865"/>
                  </a:lnTo>
                  <a:lnTo>
                    <a:pt x="604012" y="209042"/>
                  </a:lnTo>
                  <a:lnTo>
                    <a:pt x="623898" y="218860"/>
                  </a:lnTo>
                  <a:lnTo>
                    <a:pt x="678232" y="218821"/>
                  </a:lnTo>
                  <a:lnTo>
                    <a:pt x="675385" y="217170"/>
                  </a:lnTo>
                  <a:lnTo>
                    <a:pt x="655827" y="206375"/>
                  </a:lnTo>
                  <a:lnTo>
                    <a:pt x="635634" y="195834"/>
                  </a:lnTo>
                  <a:lnTo>
                    <a:pt x="614806" y="185547"/>
                  </a:lnTo>
                  <a:lnTo>
                    <a:pt x="584054" y="171577"/>
                  </a:lnTo>
                  <a:close/>
                </a:path>
                <a:path w="1022984" h="814704">
                  <a:moveTo>
                    <a:pt x="603630" y="208915"/>
                  </a:moveTo>
                  <a:lnTo>
                    <a:pt x="603889" y="209042"/>
                  </a:lnTo>
                  <a:lnTo>
                    <a:pt x="603630" y="208915"/>
                  </a:lnTo>
                  <a:close/>
                </a:path>
                <a:path w="1022984" h="814704">
                  <a:moveTo>
                    <a:pt x="561340" y="189738"/>
                  </a:moveTo>
                  <a:lnTo>
                    <a:pt x="561620" y="189865"/>
                  </a:lnTo>
                  <a:lnTo>
                    <a:pt x="561340" y="189738"/>
                  </a:lnTo>
                  <a:close/>
                </a:path>
                <a:path w="1022984" h="814704">
                  <a:moveTo>
                    <a:pt x="543379" y="154432"/>
                  </a:moveTo>
                  <a:lnTo>
                    <a:pt x="470788" y="154432"/>
                  </a:lnTo>
                  <a:lnTo>
                    <a:pt x="517398" y="171831"/>
                  </a:lnTo>
                  <a:lnTo>
                    <a:pt x="517016" y="171577"/>
                  </a:lnTo>
                  <a:lnTo>
                    <a:pt x="584054" y="171577"/>
                  </a:lnTo>
                  <a:lnTo>
                    <a:pt x="571753" y="165989"/>
                  </a:lnTo>
                  <a:lnTo>
                    <a:pt x="543379" y="154432"/>
                  </a:lnTo>
                  <a:close/>
                </a:path>
                <a:path w="1022984" h="814704">
                  <a:moveTo>
                    <a:pt x="501072" y="138049"/>
                  </a:moveTo>
                  <a:lnTo>
                    <a:pt x="422910" y="138049"/>
                  </a:lnTo>
                  <a:lnTo>
                    <a:pt x="471043" y="154559"/>
                  </a:lnTo>
                  <a:lnTo>
                    <a:pt x="470788" y="154432"/>
                  </a:lnTo>
                  <a:lnTo>
                    <a:pt x="543379" y="154432"/>
                  </a:lnTo>
                  <a:lnTo>
                    <a:pt x="526541" y="147574"/>
                  </a:lnTo>
                  <a:lnTo>
                    <a:pt x="501072" y="138049"/>
                  </a:lnTo>
                  <a:close/>
                </a:path>
                <a:path w="1022984" h="814704">
                  <a:moveTo>
                    <a:pt x="456914" y="122301"/>
                  </a:moveTo>
                  <a:lnTo>
                    <a:pt x="373379" y="122301"/>
                  </a:lnTo>
                  <a:lnTo>
                    <a:pt x="423163" y="138176"/>
                  </a:lnTo>
                  <a:lnTo>
                    <a:pt x="422910" y="138049"/>
                  </a:lnTo>
                  <a:lnTo>
                    <a:pt x="501072" y="138049"/>
                  </a:lnTo>
                  <a:lnTo>
                    <a:pt x="479678" y="130048"/>
                  </a:lnTo>
                  <a:lnTo>
                    <a:pt x="456914" y="122301"/>
                  </a:lnTo>
                  <a:close/>
                </a:path>
                <a:path w="1022984" h="814704">
                  <a:moveTo>
                    <a:pt x="364451" y="92710"/>
                  </a:moveTo>
                  <a:lnTo>
                    <a:pt x="270637" y="92710"/>
                  </a:lnTo>
                  <a:lnTo>
                    <a:pt x="322707" y="107315"/>
                  </a:lnTo>
                  <a:lnTo>
                    <a:pt x="322579" y="107315"/>
                  </a:lnTo>
                  <a:lnTo>
                    <a:pt x="373634" y="122428"/>
                  </a:lnTo>
                  <a:lnTo>
                    <a:pt x="373379" y="122301"/>
                  </a:lnTo>
                  <a:lnTo>
                    <a:pt x="456914" y="122301"/>
                  </a:lnTo>
                  <a:lnTo>
                    <a:pt x="431164" y="113538"/>
                  </a:lnTo>
                  <a:lnTo>
                    <a:pt x="381126" y="97663"/>
                  </a:lnTo>
                  <a:lnTo>
                    <a:pt x="364451" y="92710"/>
                  </a:lnTo>
                  <a:close/>
                </a:path>
                <a:path w="1022984" h="814704">
                  <a:moveTo>
                    <a:pt x="6096" y="0"/>
                  </a:moveTo>
                  <a:lnTo>
                    <a:pt x="0" y="25146"/>
                  </a:lnTo>
                  <a:lnTo>
                    <a:pt x="164084" y="65024"/>
                  </a:lnTo>
                  <a:lnTo>
                    <a:pt x="217804" y="78740"/>
                  </a:lnTo>
                  <a:lnTo>
                    <a:pt x="270763" y="92837"/>
                  </a:lnTo>
                  <a:lnTo>
                    <a:pt x="364451" y="92710"/>
                  </a:lnTo>
                  <a:lnTo>
                    <a:pt x="329819" y="82423"/>
                  </a:lnTo>
                  <a:lnTo>
                    <a:pt x="277495" y="67818"/>
                  </a:lnTo>
                  <a:lnTo>
                    <a:pt x="170307" y="39878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56776" y="1802866"/>
              <a:ext cx="2468879" cy="71325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313926" y="1860041"/>
              <a:ext cx="2322830" cy="567055"/>
            </a:xfrm>
            <a:custGeom>
              <a:avLst/>
              <a:gdLst/>
              <a:ahLst/>
              <a:cxnLst/>
              <a:rect l="l" t="t" r="r" b="b"/>
              <a:pathLst>
                <a:path w="2322829" h="567055">
                  <a:moveTo>
                    <a:pt x="0" y="566927"/>
                  </a:moveTo>
                  <a:lnTo>
                    <a:pt x="2322576" y="566927"/>
                  </a:lnTo>
                  <a:lnTo>
                    <a:pt x="2322576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44196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36685" y="4071365"/>
              <a:ext cx="1201420" cy="1494790"/>
            </a:xfrm>
            <a:custGeom>
              <a:avLst/>
              <a:gdLst/>
              <a:ahLst/>
              <a:cxnLst/>
              <a:rect l="l" t="t" r="r" b="b"/>
              <a:pathLst>
                <a:path w="1201420" h="1494789">
                  <a:moveTo>
                    <a:pt x="482090" y="1234693"/>
                  </a:moveTo>
                  <a:lnTo>
                    <a:pt x="433070" y="1234693"/>
                  </a:lnTo>
                  <a:lnTo>
                    <a:pt x="373888" y="1269999"/>
                  </a:lnTo>
                  <a:lnTo>
                    <a:pt x="313563" y="1304416"/>
                  </a:lnTo>
                  <a:lnTo>
                    <a:pt x="252222" y="1338325"/>
                  </a:lnTo>
                  <a:lnTo>
                    <a:pt x="189865" y="1371980"/>
                  </a:lnTo>
                  <a:lnTo>
                    <a:pt x="0" y="1471421"/>
                  </a:lnTo>
                  <a:lnTo>
                    <a:pt x="11938" y="1494281"/>
                  </a:lnTo>
                  <a:lnTo>
                    <a:pt x="202184" y="1394840"/>
                  </a:lnTo>
                  <a:lnTo>
                    <a:pt x="264668" y="1361058"/>
                  </a:lnTo>
                  <a:lnTo>
                    <a:pt x="326390" y="1327022"/>
                  </a:lnTo>
                  <a:lnTo>
                    <a:pt x="386969" y="1292351"/>
                  </a:lnTo>
                  <a:lnTo>
                    <a:pt x="446405" y="1256918"/>
                  </a:lnTo>
                  <a:lnTo>
                    <a:pt x="482090" y="1234693"/>
                  </a:lnTo>
                  <a:close/>
                </a:path>
                <a:path w="1201420" h="1494789">
                  <a:moveTo>
                    <a:pt x="313690" y="1304289"/>
                  </a:moveTo>
                  <a:lnTo>
                    <a:pt x="313460" y="1304416"/>
                  </a:lnTo>
                  <a:lnTo>
                    <a:pt x="313690" y="1304289"/>
                  </a:lnTo>
                  <a:close/>
                </a:path>
                <a:path w="1201420" h="1494789">
                  <a:moveTo>
                    <a:pt x="374015" y="1269872"/>
                  </a:moveTo>
                  <a:lnTo>
                    <a:pt x="373792" y="1269999"/>
                  </a:lnTo>
                  <a:lnTo>
                    <a:pt x="374015" y="1269872"/>
                  </a:lnTo>
                  <a:close/>
                </a:path>
                <a:path w="1201420" h="1494789">
                  <a:moveTo>
                    <a:pt x="537570" y="1199006"/>
                  </a:moveTo>
                  <a:lnTo>
                    <a:pt x="490474" y="1199006"/>
                  </a:lnTo>
                  <a:lnTo>
                    <a:pt x="432816" y="1234820"/>
                  </a:lnTo>
                  <a:lnTo>
                    <a:pt x="433070" y="1234693"/>
                  </a:lnTo>
                  <a:lnTo>
                    <a:pt x="482090" y="1234693"/>
                  </a:lnTo>
                  <a:lnTo>
                    <a:pt x="504317" y="1220850"/>
                  </a:lnTo>
                  <a:lnTo>
                    <a:pt x="537570" y="1199006"/>
                  </a:lnTo>
                  <a:close/>
                </a:path>
                <a:path w="1201420" h="1494789">
                  <a:moveTo>
                    <a:pt x="546226" y="1162303"/>
                  </a:moveTo>
                  <a:lnTo>
                    <a:pt x="490220" y="1199133"/>
                  </a:lnTo>
                  <a:lnTo>
                    <a:pt x="490474" y="1199006"/>
                  </a:lnTo>
                  <a:lnTo>
                    <a:pt x="537570" y="1199006"/>
                  </a:lnTo>
                  <a:lnTo>
                    <a:pt x="560578" y="1183893"/>
                  </a:lnTo>
                  <a:lnTo>
                    <a:pt x="591293" y="1162557"/>
                  </a:lnTo>
                  <a:lnTo>
                    <a:pt x="545973" y="1162557"/>
                  </a:lnTo>
                  <a:lnTo>
                    <a:pt x="546226" y="1162303"/>
                  </a:lnTo>
                  <a:close/>
                </a:path>
                <a:path w="1201420" h="1494789">
                  <a:moveTo>
                    <a:pt x="643817" y="1124838"/>
                  </a:moveTo>
                  <a:lnTo>
                    <a:pt x="600075" y="1124838"/>
                  </a:lnTo>
                  <a:lnTo>
                    <a:pt x="545973" y="1162557"/>
                  </a:lnTo>
                  <a:lnTo>
                    <a:pt x="591293" y="1162557"/>
                  </a:lnTo>
                  <a:lnTo>
                    <a:pt x="615061" y="1146047"/>
                  </a:lnTo>
                  <a:lnTo>
                    <a:pt x="641476" y="1126616"/>
                  </a:lnTo>
                  <a:lnTo>
                    <a:pt x="643817" y="1124838"/>
                  </a:lnTo>
                  <a:close/>
                </a:path>
                <a:path w="1201420" h="1494789">
                  <a:moveTo>
                    <a:pt x="827532" y="963929"/>
                  </a:moveTo>
                  <a:lnTo>
                    <a:pt x="791464" y="963929"/>
                  </a:lnTo>
                  <a:lnTo>
                    <a:pt x="769620" y="985392"/>
                  </a:lnTo>
                  <a:lnTo>
                    <a:pt x="747395" y="1006220"/>
                  </a:lnTo>
                  <a:lnTo>
                    <a:pt x="724408" y="1026794"/>
                  </a:lnTo>
                  <a:lnTo>
                    <a:pt x="700659" y="1046987"/>
                  </a:lnTo>
                  <a:lnTo>
                    <a:pt x="676401" y="1066926"/>
                  </a:lnTo>
                  <a:lnTo>
                    <a:pt x="651510" y="1086484"/>
                  </a:lnTo>
                  <a:lnTo>
                    <a:pt x="625983" y="1105915"/>
                  </a:lnTo>
                  <a:lnTo>
                    <a:pt x="599821" y="1124965"/>
                  </a:lnTo>
                  <a:lnTo>
                    <a:pt x="600075" y="1124838"/>
                  </a:lnTo>
                  <a:lnTo>
                    <a:pt x="643817" y="1124838"/>
                  </a:lnTo>
                  <a:lnTo>
                    <a:pt x="667385" y="1106931"/>
                  </a:lnTo>
                  <a:lnTo>
                    <a:pt x="717423" y="1066672"/>
                  </a:lnTo>
                  <a:lnTo>
                    <a:pt x="765048" y="1025270"/>
                  </a:lnTo>
                  <a:lnTo>
                    <a:pt x="809751" y="982344"/>
                  </a:lnTo>
                  <a:lnTo>
                    <a:pt x="827532" y="963929"/>
                  </a:lnTo>
                  <a:close/>
                </a:path>
                <a:path w="1201420" h="1494789">
                  <a:moveTo>
                    <a:pt x="626110" y="1105788"/>
                  </a:moveTo>
                  <a:lnTo>
                    <a:pt x="625935" y="1105915"/>
                  </a:lnTo>
                  <a:lnTo>
                    <a:pt x="626110" y="1105788"/>
                  </a:lnTo>
                  <a:close/>
                </a:path>
                <a:path w="1201420" h="1494789">
                  <a:moveTo>
                    <a:pt x="651637" y="1086357"/>
                  </a:moveTo>
                  <a:lnTo>
                    <a:pt x="651470" y="1086484"/>
                  </a:lnTo>
                  <a:lnTo>
                    <a:pt x="651637" y="1086357"/>
                  </a:lnTo>
                  <a:close/>
                </a:path>
                <a:path w="1201420" h="1494789">
                  <a:moveTo>
                    <a:pt x="676656" y="1066672"/>
                  </a:moveTo>
                  <a:lnTo>
                    <a:pt x="676333" y="1066926"/>
                  </a:lnTo>
                  <a:lnTo>
                    <a:pt x="676656" y="1066672"/>
                  </a:lnTo>
                  <a:close/>
                </a:path>
                <a:path w="1201420" h="1494789">
                  <a:moveTo>
                    <a:pt x="700913" y="1046733"/>
                  </a:moveTo>
                  <a:lnTo>
                    <a:pt x="700604" y="1046987"/>
                  </a:lnTo>
                  <a:lnTo>
                    <a:pt x="700913" y="1046733"/>
                  </a:lnTo>
                  <a:close/>
                </a:path>
                <a:path w="1201420" h="1494789">
                  <a:moveTo>
                    <a:pt x="724662" y="1026540"/>
                  </a:moveTo>
                  <a:lnTo>
                    <a:pt x="724363" y="1026794"/>
                  </a:lnTo>
                  <a:lnTo>
                    <a:pt x="724662" y="1026540"/>
                  </a:lnTo>
                  <a:close/>
                </a:path>
                <a:path w="1201420" h="1494789">
                  <a:moveTo>
                    <a:pt x="747649" y="1005966"/>
                  </a:moveTo>
                  <a:lnTo>
                    <a:pt x="747365" y="1006220"/>
                  </a:lnTo>
                  <a:lnTo>
                    <a:pt x="747649" y="1005966"/>
                  </a:lnTo>
                  <a:close/>
                </a:path>
                <a:path w="1201420" h="1494789">
                  <a:moveTo>
                    <a:pt x="847477" y="942339"/>
                  </a:moveTo>
                  <a:lnTo>
                    <a:pt x="812419" y="942339"/>
                  </a:lnTo>
                  <a:lnTo>
                    <a:pt x="791303" y="964087"/>
                  </a:lnTo>
                  <a:lnTo>
                    <a:pt x="791464" y="963929"/>
                  </a:lnTo>
                  <a:lnTo>
                    <a:pt x="827532" y="963929"/>
                  </a:lnTo>
                  <a:lnTo>
                    <a:pt x="831088" y="960246"/>
                  </a:lnTo>
                  <a:lnTo>
                    <a:pt x="847477" y="942339"/>
                  </a:lnTo>
                  <a:close/>
                </a:path>
                <a:path w="1201420" h="1494789">
                  <a:moveTo>
                    <a:pt x="832358" y="920368"/>
                  </a:moveTo>
                  <a:lnTo>
                    <a:pt x="812165" y="942593"/>
                  </a:lnTo>
                  <a:lnTo>
                    <a:pt x="812419" y="942339"/>
                  </a:lnTo>
                  <a:lnTo>
                    <a:pt x="847477" y="942339"/>
                  </a:lnTo>
                  <a:lnTo>
                    <a:pt x="851662" y="937767"/>
                  </a:lnTo>
                  <a:lnTo>
                    <a:pt x="866410" y="920749"/>
                  </a:lnTo>
                  <a:lnTo>
                    <a:pt x="832231" y="920749"/>
                  </a:lnTo>
                  <a:lnTo>
                    <a:pt x="832358" y="920368"/>
                  </a:lnTo>
                  <a:close/>
                </a:path>
                <a:path w="1201420" h="1494789">
                  <a:moveTo>
                    <a:pt x="885123" y="898143"/>
                  </a:moveTo>
                  <a:lnTo>
                    <a:pt x="851662" y="898143"/>
                  </a:lnTo>
                  <a:lnTo>
                    <a:pt x="832231" y="920749"/>
                  </a:lnTo>
                  <a:lnTo>
                    <a:pt x="866410" y="920749"/>
                  </a:lnTo>
                  <a:lnTo>
                    <a:pt x="871474" y="914907"/>
                  </a:lnTo>
                  <a:lnTo>
                    <a:pt x="885123" y="898143"/>
                  </a:lnTo>
                  <a:close/>
                </a:path>
                <a:path w="1201420" h="1494789">
                  <a:moveTo>
                    <a:pt x="951165" y="805052"/>
                  </a:moveTo>
                  <a:lnTo>
                    <a:pt x="920496" y="805052"/>
                  </a:lnTo>
                  <a:lnTo>
                    <a:pt x="904240" y="829309"/>
                  </a:lnTo>
                  <a:lnTo>
                    <a:pt x="887476" y="852804"/>
                  </a:lnTo>
                  <a:lnTo>
                    <a:pt x="869823" y="875791"/>
                  </a:lnTo>
                  <a:lnTo>
                    <a:pt x="851408" y="898397"/>
                  </a:lnTo>
                  <a:lnTo>
                    <a:pt x="851662" y="898143"/>
                  </a:lnTo>
                  <a:lnTo>
                    <a:pt x="885123" y="898143"/>
                  </a:lnTo>
                  <a:lnTo>
                    <a:pt x="890397" y="891666"/>
                  </a:lnTo>
                  <a:lnTo>
                    <a:pt x="908431" y="868044"/>
                  </a:lnTo>
                  <a:lnTo>
                    <a:pt x="925703" y="843914"/>
                  </a:lnTo>
                  <a:lnTo>
                    <a:pt x="942086" y="819403"/>
                  </a:lnTo>
                  <a:lnTo>
                    <a:pt x="951165" y="805052"/>
                  </a:lnTo>
                  <a:close/>
                </a:path>
                <a:path w="1201420" h="1494789">
                  <a:moveTo>
                    <a:pt x="870076" y="875410"/>
                  </a:moveTo>
                  <a:lnTo>
                    <a:pt x="869767" y="875791"/>
                  </a:lnTo>
                  <a:lnTo>
                    <a:pt x="870076" y="875410"/>
                  </a:lnTo>
                  <a:close/>
                </a:path>
                <a:path w="1201420" h="1494789">
                  <a:moveTo>
                    <a:pt x="887730" y="852423"/>
                  </a:moveTo>
                  <a:lnTo>
                    <a:pt x="887438" y="852804"/>
                  </a:lnTo>
                  <a:lnTo>
                    <a:pt x="887730" y="852423"/>
                  </a:lnTo>
                  <a:close/>
                </a:path>
                <a:path w="1201420" h="1494789">
                  <a:moveTo>
                    <a:pt x="904494" y="828928"/>
                  </a:moveTo>
                  <a:lnTo>
                    <a:pt x="904222" y="829309"/>
                  </a:lnTo>
                  <a:lnTo>
                    <a:pt x="904494" y="828928"/>
                  </a:lnTo>
                  <a:close/>
                </a:path>
                <a:path w="1201420" h="1494789">
                  <a:moveTo>
                    <a:pt x="965823" y="780922"/>
                  </a:moveTo>
                  <a:lnTo>
                    <a:pt x="935863" y="780922"/>
                  </a:lnTo>
                  <a:lnTo>
                    <a:pt x="920242" y="805306"/>
                  </a:lnTo>
                  <a:lnTo>
                    <a:pt x="920496" y="805052"/>
                  </a:lnTo>
                  <a:lnTo>
                    <a:pt x="951165" y="805052"/>
                  </a:lnTo>
                  <a:lnTo>
                    <a:pt x="957834" y="794511"/>
                  </a:lnTo>
                  <a:lnTo>
                    <a:pt x="965823" y="780922"/>
                  </a:lnTo>
                  <a:close/>
                </a:path>
                <a:path w="1201420" h="1494789">
                  <a:moveTo>
                    <a:pt x="1018212" y="680465"/>
                  </a:moveTo>
                  <a:lnTo>
                    <a:pt x="989711" y="680465"/>
                  </a:lnTo>
                  <a:lnTo>
                    <a:pt x="977138" y="706373"/>
                  </a:lnTo>
                  <a:lnTo>
                    <a:pt x="963930" y="731646"/>
                  </a:lnTo>
                  <a:lnTo>
                    <a:pt x="950087" y="756538"/>
                  </a:lnTo>
                  <a:lnTo>
                    <a:pt x="935609" y="781303"/>
                  </a:lnTo>
                  <a:lnTo>
                    <a:pt x="935863" y="780922"/>
                  </a:lnTo>
                  <a:lnTo>
                    <a:pt x="965823" y="780922"/>
                  </a:lnTo>
                  <a:lnTo>
                    <a:pt x="972693" y="769238"/>
                  </a:lnTo>
                  <a:lnTo>
                    <a:pt x="986790" y="743711"/>
                  </a:lnTo>
                  <a:lnTo>
                    <a:pt x="1000379" y="717803"/>
                  </a:lnTo>
                  <a:lnTo>
                    <a:pt x="1013079" y="691641"/>
                  </a:lnTo>
                  <a:lnTo>
                    <a:pt x="1018212" y="680465"/>
                  </a:lnTo>
                  <a:close/>
                </a:path>
                <a:path w="1201420" h="1494789">
                  <a:moveTo>
                    <a:pt x="950214" y="756284"/>
                  </a:moveTo>
                  <a:lnTo>
                    <a:pt x="950065" y="756538"/>
                  </a:lnTo>
                  <a:lnTo>
                    <a:pt x="950214" y="756284"/>
                  </a:lnTo>
                  <a:close/>
                </a:path>
                <a:path w="1201420" h="1494789">
                  <a:moveTo>
                    <a:pt x="977265" y="705992"/>
                  </a:moveTo>
                  <a:lnTo>
                    <a:pt x="977066" y="706373"/>
                  </a:lnTo>
                  <a:lnTo>
                    <a:pt x="977265" y="705992"/>
                  </a:lnTo>
                  <a:close/>
                </a:path>
                <a:path w="1201420" h="1494789">
                  <a:moveTo>
                    <a:pt x="1040779" y="628268"/>
                  </a:moveTo>
                  <a:lnTo>
                    <a:pt x="1012825" y="628268"/>
                  </a:lnTo>
                  <a:lnTo>
                    <a:pt x="1001522" y="654811"/>
                  </a:lnTo>
                  <a:lnTo>
                    <a:pt x="989584" y="680592"/>
                  </a:lnTo>
                  <a:lnTo>
                    <a:pt x="1018212" y="680465"/>
                  </a:lnTo>
                  <a:lnTo>
                    <a:pt x="1025271" y="665098"/>
                  </a:lnTo>
                  <a:lnTo>
                    <a:pt x="1036701" y="638301"/>
                  </a:lnTo>
                  <a:lnTo>
                    <a:pt x="1040779" y="628268"/>
                  </a:lnTo>
                  <a:close/>
                </a:path>
                <a:path w="1201420" h="1494789">
                  <a:moveTo>
                    <a:pt x="1001649" y="654430"/>
                  </a:moveTo>
                  <a:lnTo>
                    <a:pt x="1001473" y="654811"/>
                  </a:lnTo>
                  <a:lnTo>
                    <a:pt x="1001649" y="654430"/>
                  </a:lnTo>
                  <a:close/>
                </a:path>
                <a:path w="1201420" h="1494789">
                  <a:moveTo>
                    <a:pt x="1051338" y="601598"/>
                  </a:moveTo>
                  <a:lnTo>
                    <a:pt x="1023620" y="601598"/>
                  </a:lnTo>
                  <a:lnTo>
                    <a:pt x="1012698" y="628522"/>
                  </a:lnTo>
                  <a:lnTo>
                    <a:pt x="1012825" y="628268"/>
                  </a:lnTo>
                  <a:lnTo>
                    <a:pt x="1040779" y="628268"/>
                  </a:lnTo>
                  <a:lnTo>
                    <a:pt x="1047750" y="611123"/>
                  </a:lnTo>
                  <a:lnTo>
                    <a:pt x="1051338" y="601598"/>
                  </a:lnTo>
                  <a:close/>
                </a:path>
                <a:path w="1201420" h="1494789">
                  <a:moveTo>
                    <a:pt x="1079596" y="520191"/>
                  </a:moveTo>
                  <a:lnTo>
                    <a:pt x="1052576" y="520191"/>
                  </a:lnTo>
                  <a:lnTo>
                    <a:pt x="1033526" y="575182"/>
                  </a:lnTo>
                  <a:lnTo>
                    <a:pt x="1023493" y="601852"/>
                  </a:lnTo>
                  <a:lnTo>
                    <a:pt x="1023620" y="601598"/>
                  </a:lnTo>
                  <a:lnTo>
                    <a:pt x="1051338" y="601598"/>
                  </a:lnTo>
                  <a:lnTo>
                    <a:pt x="1058037" y="583818"/>
                  </a:lnTo>
                  <a:lnTo>
                    <a:pt x="1077087" y="528446"/>
                  </a:lnTo>
                  <a:lnTo>
                    <a:pt x="1079596" y="520191"/>
                  </a:lnTo>
                  <a:close/>
                </a:path>
                <a:path w="1201420" h="1494789">
                  <a:moveTo>
                    <a:pt x="1033653" y="574801"/>
                  </a:moveTo>
                  <a:lnTo>
                    <a:pt x="1033509" y="575182"/>
                  </a:lnTo>
                  <a:lnTo>
                    <a:pt x="1033653" y="574801"/>
                  </a:lnTo>
                  <a:close/>
                </a:path>
                <a:path w="1201420" h="1494789">
                  <a:moveTo>
                    <a:pt x="1111322" y="408431"/>
                  </a:moveTo>
                  <a:lnTo>
                    <a:pt x="1084707" y="408431"/>
                  </a:lnTo>
                  <a:lnTo>
                    <a:pt x="1069340" y="465200"/>
                  </a:lnTo>
                  <a:lnTo>
                    <a:pt x="1052322" y="520699"/>
                  </a:lnTo>
                  <a:lnTo>
                    <a:pt x="1052576" y="520191"/>
                  </a:lnTo>
                  <a:lnTo>
                    <a:pt x="1079596" y="520191"/>
                  </a:lnTo>
                  <a:lnTo>
                    <a:pt x="1094232" y="472058"/>
                  </a:lnTo>
                  <a:lnTo>
                    <a:pt x="1109726" y="415035"/>
                  </a:lnTo>
                  <a:lnTo>
                    <a:pt x="1111322" y="408431"/>
                  </a:lnTo>
                  <a:close/>
                </a:path>
                <a:path w="1201420" h="1494789">
                  <a:moveTo>
                    <a:pt x="1069467" y="464692"/>
                  </a:moveTo>
                  <a:lnTo>
                    <a:pt x="1069311" y="465200"/>
                  </a:lnTo>
                  <a:lnTo>
                    <a:pt x="1069467" y="464692"/>
                  </a:lnTo>
                  <a:close/>
                </a:path>
                <a:path w="1201420" h="1494789">
                  <a:moveTo>
                    <a:pt x="1137317" y="293496"/>
                  </a:moveTo>
                  <a:lnTo>
                    <a:pt x="1110996" y="293496"/>
                  </a:lnTo>
                  <a:lnTo>
                    <a:pt x="1098423" y="351535"/>
                  </a:lnTo>
                  <a:lnTo>
                    <a:pt x="1084580" y="408685"/>
                  </a:lnTo>
                  <a:lnTo>
                    <a:pt x="1084707" y="408431"/>
                  </a:lnTo>
                  <a:lnTo>
                    <a:pt x="1111322" y="408431"/>
                  </a:lnTo>
                  <a:lnTo>
                    <a:pt x="1123696" y="357250"/>
                  </a:lnTo>
                  <a:lnTo>
                    <a:pt x="1136269" y="298830"/>
                  </a:lnTo>
                  <a:lnTo>
                    <a:pt x="1137317" y="293496"/>
                  </a:lnTo>
                  <a:close/>
                </a:path>
                <a:path w="1201420" h="1494789">
                  <a:moveTo>
                    <a:pt x="1098423" y="351281"/>
                  </a:moveTo>
                  <a:lnTo>
                    <a:pt x="1098361" y="351535"/>
                  </a:lnTo>
                  <a:lnTo>
                    <a:pt x="1098423" y="351281"/>
                  </a:lnTo>
                  <a:close/>
                </a:path>
                <a:path w="1201420" h="1494789">
                  <a:moveTo>
                    <a:pt x="1149838" y="74722"/>
                  </a:moveTo>
                  <a:lnTo>
                    <a:pt x="1143000" y="117220"/>
                  </a:lnTo>
                  <a:lnTo>
                    <a:pt x="1133094" y="176402"/>
                  </a:lnTo>
                  <a:lnTo>
                    <a:pt x="1122426" y="235330"/>
                  </a:lnTo>
                  <a:lnTo>
                    <a:pt x="1110869" y="293750"/>
                  </a:lnTo>
                  <a:lnTo>
                    <a:pt x="1110996" y="293496"/>
                  </a:lnTo>
                  <a:lnTo>
                    <a:pt x="1137317" y="293496"/>
                  </a:lnTo>
                  <a:lnTo>
                    <a:pt x="1147826" y="240029"/>
                  </a:lnTo>
                  <a:lnTo>
                    <a:pt x="1158621" y="180847"/>
                  </a:lnTo>
                  <a:lnTo>
                    <a:pt x="1168654" y="121411"/>
                  </a:lnTo>
                  <a:lnTo>
                    <a:pt x="1175394" y="78819"/>
                  </a:lnTo>
                  <a:lnTo>
                    <a:pt x="1149838" y="74722"/>
                  </a:lnTo>
                  <a:close/>
                </a:path>
                <a:path w="1201420" h="1494789">
                  <a:moveTo>
                    <a:pt x="1122426" y="235203"/>
                  </a:moveTo>
                  <a:lnTo>
                    <a:pt x="1122400" y="235330"/>
                  </a:lnTo>
                  <a:lnTo>
                    <a:pt x="1122426" y="235203"/>
                  </a:lnTo>
                  <a:close/>
                </a:path>
                <a:path w="1201420" h="1494789">
                  <a:moveTo>
                    <a:pt x="1133094" y="176275"/>
                  </a:moveTo>
                  <a:close/>
                </a:path>
                <a:path w="1201420" h="1494789">
                  <a:moveTo>
                    <a:pt x="1143000" y="117093"/>
                  </a:moveTo>
                  <a:close/>
                </a:path>
                <a:path w="1201420" h="1494789">
                  <a:moveTo>
                    <a:pt x="1194428" y="61975"/>
                  </a:moveTo>
                  <a:lnTo>
                    <a:pt x="1151890" y="61975"/>
                  </a:lnTo>
                  <a:lnTo>
                    <a:pt x="1177417" y="66039"/>
                  </a:lnTo>
                  <a:lnTo>
                    <a:pt x="1175394" y="78819"/>
                  </a:lnTo>
                  <a:lnTo>
                    <a:pt x="1201039" y="82930"/>
                  </a:lnTo>
                  <a:lnTo>
                    <a:pt x="1194428" y="61975"/>
                  </a:lnTo>
                  <a:close/>
                </a:path>
                <a:path w="1201420" h="1494789">
                  <a:moveTo>
                    <a:pt x="1151890" y="61975"/>
                  </a:moveTo>
                  <a:lnTo>
                    <a:pt x="1149838" y="74722"/>
                  </a:lnTo>
                  <a:lnTo>
                    <a:pt x="1175394" y="78819"/>
                  </a:lnTo>
                  <a:lnTo>
                    <a:pt x="1177417" y="66039"/>
                  </a:lnTo>
                  <a:lnTo>
                    <a:pt x="1151890" y="61975"/>
                  </a:lnTo>
                  <a:close/>
                </a:path>
                <a:path w="1201420" h="1494789">
                  <a:moveTo>
                    <a:pt x="1174877" y="0"/>
                  </a:moveTo>
                  <a:lnTo>
                    <a:pt x="1124204" y="70611"/>
                  </a:lnTo>
                  <a:lnTo>
                    <a:pt x="1149838" y="74722"/>
                  </a:lnTo>
                  <a:lnTo>
                    <a:pt x="1151890" y="61975"/>
                  </a:lnTo>
                  <a:lnTo>
                    <a:pt x="1194428" y="61975"/>
                  </a:lnTo>
                  <a:lnTo>
                    <a:pt x="117487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2141347" y="3227196"/>
            <a:ext cx="3067050" cy="2455545"/>
          </a:xfrm>
          <a:custGeom>
            <a:avLst/>
            <a:gdLst/>
            <a:ahLst/>
            <a:cxnLst/>
            <a:rect l="l" t="t" r="r" b="b"/>
            <a:pathLst>
              <a:path w="3067050" h="2455545">
                <a:moveTo>
                  <a:pt x="201422" y="879348"/>
                </a:moveTo>
                <a:lnTo>
                  <a:pt x="177622" y="889355"/>
                </a:lnTo>
                <a:lnTo>
                  <a:pt x="174650" y="882142"/>
                </a:lnTo>
                <a:lnTo>
                  <a:pt x="174498" y="881761"/>
                </a:lnTo>
                <a:lnTo>
                  <a:pt x="174625" y="882142"/>
                </a:lnTo>
                <a:lnTo>
                  <a:pt x="168059" y="865124"/>
                </a:lnTo>
                <a:lnTo>
                  <a:pt x="168097" y="864997"/>
                </a:lnTo>
                <a:lnTo>
                  <a:pt x="161709" y="847471"/>
                </a:lnTo>
                <a:lnTo>
                  <a:pt x="161747" y="847344"/>
                </a:lnTo>
                <a:lnTo>
                  <a:pt x="155397" y="829183"/>
                </a:lnTo>
                <a:lnTo>
                  <a:pt x="155321" y="828929"/>
                </a:lnTo>
                <a:lnTo>
                  <a:pt x="155321" y="829183"/>
                </a:lnTo>
                <a:lnTo>
                  <a:pt x="149009" y="809752"/>
                </a:lnTo>
                <a:lnTo>
                  <a:pt x="149047" y="809625"/>
                </a:lnTo>
                <a:lnTo>
                  <a:pt x="142824" y="789432"/>
                </a:lnTo>
                <a:lnTo>
                  <a:pt x="142748" y="789178"/>
                </a:lnTo>
                <a:lnTo>
                  <a:pt x="142748" y="789432"/>
                </a:lnTo>
                <a:lnTo>
                  <a:pt x="136588" y="767969"/>
                </a:lnTo>
                <a:lnTo>
                  <a:pt x="136575" y="767829"/>
                </a:lnTo>
                <a:lnTo>
                  <a:pt x="136652" y="767969"/>
                </a:lnTo>
                <a:lnTo>
                  <a:pt x="136575" y="767715"/>
                </a:lnTo>
                <a:lnTo>
                  <a:pt x="130492" y="745109"/>
                </a:lnTo>
                <a:lnTo>
                  <a:pt x="130429" y="744855"/>
                </a:lnTo>
                <a:lnTo>
                  <a:pt x="130429" y="745109"/>
                </a:lnTo>
                <a:lnTo>
                  <a:pt x="124396" y="720979"/>
                </a:lnTo>
                <a:lnTo>
                  <a:pt x="124396" y="720852"/>
                </a:lnTo>
                <a:lnTo>
                  <a:pt x="124460" y="720979"/>
                </a:lnTo>
                <a:lnTo>
                  <a:pt x="124396" y="720725"/>
                </a:lnTo>
                <a:lnTo>
                  <a:pt x="118414" y="695325"/>
                </a:lnTo>
                <a:lnTo>
                  <a:pt x="118414" y="695198"/>
                </a:lnTo>
                <a:lnTo>
                  <a:pt x="118491" y="695325"/>
                </a:lnTo>
                <a:lnTo>
                  <a:pt x="118427" y="695071"/>
                </a:lnTo>
                <a:lnTo>
                  <a:pt x="112674" y="667893"/>
                </a:lnTo>
                <a:lnTo>
                  <a:pt x="112649" y="667766"/>
                </a:lnTo>
                <a:lnTo>
                  <a:pt x="112649" y="667893"/>
                </a:lnTo>
                <a:lnTo>
                  <a:pt x="106972" y="638937"/>
                </a:lnTo>
                <a:lnTo>
                  <a:pt x="106934" y="638683"/>
                </a:lnTo>
                <a:lnTo>
                  <a:pt x="106934" y="638937"/>
                </a:lnTo>
                <a:lnTo>
                  <a:pt x="101358" y="607949"/>
                </a:lnTo>
                <a:lnTo>
                  <a:pt x="95770" y="575310"/>
                </a:lnTo>
                <a:lnTo>
                  <a:pt x="90309" y="541147"/>
                </a:lnTo>
                <a:lnTo>
                  <a:pt x="84975" y="505333"/>
                </a:lnTo>
                <a:lnTo>
                  <a:pt x="79768" y="468122"/>
                </a:lnTo>
                <a:lnTo>
                  <a:pt x="74688" y="429641"/>
                </a:lnTo>
                <a:lnTo>
                  <a:pt x="69469" y="389890"/>
                </a:lnTo>
                <a:lnTo>
                  <a:pt x="64401" y="349377"/>
                </a:lnTo>
                <a:lnTo>
                  <a:pt x="64490" y="349250"/>
                </a:lnTo>
                <a:lnTo>
                  <a:pt x="59563" y="307594"/>
                </a:lnTo>
                <a:lnTo>
                  <a:pt x="54610" y="265176"/>
                </a:lnTo>
                <a:lnTo>
                  <a:pt x="49657" y="222123"/>
                </a:lnTo>
                <a:lnTo>
                  <a:pt x="44831" y="178435"/>
                </a:lnTo>
                <a:lnTo>
                  <a:pt x="35179" y="89662"/>
                </a:lnTo>
                <a:lnTo>
                  <a:pt x="25654" y="0"/>
                </a:lnTo>
                <a:lnTo>
                  <a:pt x="0" y="2794"/>
                </a:lnTo>
                <a:lnTo>
                  <a:pt x="9525" y="92456"/>
                </a:lnTo>
                <a:lnTo>
                  <a:pt x="19050" y="181229"/>
                </a:lnTo>
                <a:lnTo>
                  <a:pt x="24003" y="224917"/>
                </a:lnTo>
                <a:lnTo>
                  <a:pt x="28829" y="268097"/>
                </a:lnTo>
                <a:lnTo>
                  <a:pt x="33782" y="310642"/>
                </a:lnTo>
                <a:lnTo>
                  <a:pt x="38735" y="352425"/>
                </a:lnTo>
                <a:lnTo>
                  <a:pt x="43815" y="393192"/>
                </a:lnTo>
                <a:lnTo>
                  <a:pt x="48895" y="432943"/>
                </a:lnTo>
                <a:lnTo>
                  <a:pt x="54102" y="471551"/>
                </a:lnTo>
                <a:lnTo>
                  <a:pt x="64643" y="544957"/>
                </a:lnTo>
                <a:lnTo>
                  <a:pt x="75819" y="612394"/>
                </a:lnTo>
                <a:lnTo>
                  <a:pt x="87249" y="672973"/>
                </a:lnTo>
                <a:lnTo>
                  <a:pt x="99187" y="726948"/>
                </a:lnTo>
                <a:lnTo>
                  <a:pt x="111633" y="774827"/>
                </a:lnTo>
                <a:lnTo>
                  <a:pt x="124333" y="817499"/>
                </a:lnTo>
                <a:lnTo>
                  <a:pt x="137287" y="856107"/>
                </a:lnTo>
                <a:lnTo>
                  <a:pt x="153708" y="899401"/>
                </a:lnTo>
                <a:lnTo>
                  <a:pt x="129794" y="909447"/>
                </a:lnTo>
                <a:lnTo>
                  <a:pt x="195707" y="966089"/>
                </a:lnTo>
                <a:lnTo>
                  <a:pt x="199301" y="911352"/>
                </a:lnTo>
                <a:lnTo>
                  <a:pt x="201422" y="879348"/>
                </a:lnTo>
                <a:close/>
              </a:path>
              <a:path w="3067050" h="2455545">
                <a:moveTo>
                  <a:pt x="3066923" y="570738"/>
                </a:moveTo>
                <a:lnTo>
                  <a:pt x="3060065" y="554355"/>
                </a:lnTo>
                <a:lnTo>
                  <a:pt x="3033395" y="490601"/>
                </a:lnTo>
                <a:lnTo>
                  <a:pt x="2989326" y="565531"/>
                </a:lnTo>
                <a:lnTo>
                  <a:pt x="3015234" y="567270"/>
                </a:lnTo>
                <a:lnTo>
                  <a:pt x="3010789" y="632079"/>
                </a:lnTo>
                <a:lnTo>
                  <a:pt x="3010916" y="632079"/>
                </a:lnTo>
                <a:lnTo>
                  <a:pt x="3000756" y="773811"/>
                </a:lnTo>
                <a:lnTo>
                  <a:pt x="3000743" y="773938"/>
                </a:lnTo>
                <a:lnTo>
                  <a:pt x="2989580" y="914146"/>
                </a:lnTo>
                <a:lnTo>
                  <a:pt x="2989567" y="914273"/>
                </a:lnTo>
                <a:lnTo>
                  <a:pt x="2983357" y="983615"/>
                </a:lnTo>
                <a:lnTo>
                  <a:pt x="2983344" y="983742"/>
                </a:lnTo>
                <a:lnTo>
                  <a:pt x="2976626" y="1052703"/>
                </a:lnTo>
                <a:lnTo>
                  <a:pt x="2976753" y="1052576"/>
                </a:lnTo>
                <a:lnTo>
                  <a:pt x="2969514" y="1121029"/>
                </a:lnTo>
                <a:lnTo>
                  <a:pt x="2969514" y="1120902"/>
                </a:lnTo>
                <a:lnTo>
                  <a:pt x="2969488" y="1121029"/>
                </a:lnTo>
                <a:lnTo>
                  <a:pt x="2961767" y="1188593"/>
                </a:lnTo>
                <a:lnTo>
                  <a:pt x="2961767" y="1188466"/>
                </a:lnTo>
                <a:lnTo>
                  <a:pt x="2961741" y="1188593"/>
                </a:lnTo>
                <a:lnTo>
                  <a:pt x="2953258" y="1255395"/>
                </a:lnTo>
                <a:lnTo>
                  <a:pt x="2953258" y="1255268"/>
                </a:lnTo>
                <a:lnTo>
                  <a:pt x="2953232" y="1255395"/>
                </a:lnTo>
                <a:lnTo>
                  <a:pt x="2944114" y="1321308"/>
                </a:lnTo>
                <a:lnTo>
                  <a:pt x="2944241" y="1321181"/>
                </a:lnTo>
                <a:lnTo>
                  <a:pt x="2934208" y="1386332"/>
                </a:lnTo>
                <a:lnTo>
                  <a:pt x="2934208" y="1386078"/>
                </a:lnTo>
                <a:lnTo>
                  <a:pt x="2934157" y="1386332"/>
                </a:lnTo>
                <a:lnTo>
                  <a:pt x="2923413" y="1450213"/>
                </a:lnTo>
                <a:lnTo>
                  <a:pt x="2923413" y="1449959"/>
                </a:lnTo>
                <a:lnTo>
                  <a:pt x="2923362" y="1450213"/>
                </a:lnTo>
                <a:lnTo>
                  <a:pt x="2911602" y="1512951"/>
                </a:lnTo>
                <a:lnTo>
                  <a:pt x="2911602" y="1512697"/>
                </a:lnTo>
                <a:lnTo>
                  <a:pt x="2911538" y="1512951"/>
                </a:lnTo>
                <a:lnTo>
                  <a:pt x="2898775" y="1574546"/>
                </a:lnTo>
                <a:lnTo>
                  <a:pt x="2898902" y="1574292"/>
                </a:lnTo>
                <a:lnTo>
                  <a:pt x="2885059" y="1634998"/>
                </a:lnTo>
                <a:lnTo>
                  <a:pt x="2885059" y="1634744"/>
                </a:lnTo>
                <a:lnTo>
                  <a:pt x="2884995" y="1634998"/>
                </a:lnTo>
                <a:lnTo>
                  <a:pt x="2870200" y="1694180"/>
                </a:lnTo>
                <a:lnTo>
                  <a:pt x="2870327" y="1693926"/>
                </a:lnTo>
                <a:lnTo>
                  <a:pt x="2854452" y="1752346"/>
                </a:lnTo>
                <a:lnTo>
                  <a:pt x="2854579" y="1752092"/>
                </a:lnTo>
                <a:lnTo>
                  <a:pt x="2837942" y="1809496"/>
                </a:lnTo>
                <a:lnTo>
                  <a:pt x="2837942" y="1809242"/>
                </a:lnTo>
                <a:lnTo>
                  <a:pt x="2837853" y="1809496"/>
                </a:lnTo>
                <a:lnTo>
                  <a:pt x="2820416" y="1865630"/>
                </a:lnTo>
                <a:lnTo>
                  <a:pt x="2820543" y="1865376"/>
                </a:lnTo>
                <a:lnTo>
                  <a:pt x="2802255" y="1920875"/>
                </a:lnTo>
                <a:lnTo>
                  <a:pt x="2802382" y="1920748"/>
                </a:lnTo>
                <a:lnTo>
                  <a:pt x="2783459" y="1975485"/>
                </a:lnTo>
                <a:lnTo>
                  <a:pt x="2783586" y="1975358"/>
                </a:lnTo>
                <a:lnTo>
                  <a:pt x="2764028" y="2029460"/>
                </a:lnTo>
                <a:lnTo>
                  <a:pt x="2764028" y="2029333"/>
                </a:lnTo>
                <a:lnTo>
                  <a:pt x="2763977" y="2029460"/>
                </a:lnTo>
                <a:lnTo>
                  <a:pt x="2744089" y="2082673"/>
                </a:lnTo>
                <a:lnTo>
                  <a:pt x="2744089" y="2082546"/>
                </a:lnTo>
                <a:lnTo>
                  <a:pt x="2744038" y="2082673"/>
                </a:lnTo>
                <a:lnTo>
                  <a:pt x="2723642" y="2135505"/>
                </a:lnTo>
                <a:lnTo>
                  <a:pt x="2723769" y="2135378"/>
                </a:lnTo>
                <a:lnTo>
                  <a:pt x="2681605" y="2239772"/>
                </a:lnTo>
                <a:lnTo>
                  <a:pt x="2681732" y="2239645"/>
                </a:lnTo>
                <a:lnTo>
                  <a:pt x="2638425" y="2342896"/>
                </a:lnTo>
                <a:lnTo>
                  <a:pt x="2638425" y="2342769"/>
                </a:lnTo>
                <a:lnTo>
                  <a:pt x="2638361" y="2342896"/>
                </a:lnTo>
                <a:lnTo>
                  <a:pt x="2594737" y="2445385"/>
                </a:lnTo>
                <a:lnTo>
                  <a:pt x="2618613" y="2455545"/>
                </a:lnTo>
                <a:lnTo>
                  <a:pt x="2662301" y="2352929"/>
                </a:lnTo>
                <a:lnTo>
                  <a:pt x="2705608" y="2249551"/>
                </a:lnTo>
                <a:lnTo>
                  <a:pt x="2709595" y="2239645"/>
                </a:lnTo>
                <a:lnTo>
                  <a:pt x="2747772" y="2145030"/>
                </a:lnTo>
                <a:lnTo>
                  <a:pt x="2751505" y="2135378"/>
                </a:lnTo>
                <a:lnTo>
                  <a:pt x="2768346" y="2091944"/>
                </a:lnTo>
                <a:lnTo>
                  <a:pt x="2788412" y="2038350"/>
                </a:lnTo>
                <a:lnTo>
                  <a:pt x="2807970" y="1984006"/>
                </a:lnTo>
                <a:lnTo>
                  <a:pt x="2810941" y="1975358"/>
                </a:lnTo>
                <a:lnTo>
                  <a:pt x="2826893" y="1929130"/>
                </a:lnTo>
                <a:lnTo>
                  <a:pt x="2829636" y="1920748"/>
                </a:lnTo>
                <a:lnTo>
                  <a:pt x="2845181" y="1873377"/>
                </a:lnTo>
                <a:lnTo>
                  <a:pt x="2847644" y="1865376"/>
                </a:lnTo>
                <a:lnTo>
                  <a:pt x="2862707" y="1816735"/>
                </a:lnTo>
                <a:lnTo>
                  <a:pt x="2879471" y="1759204"/>
                </a:lnTo>
                <a:lnTo>
                  <a:pt x="2881388" y="1752092"/>
                </a:lnTo>
                <a:lnTo>
                  <a:pt x="2895346" y="1700530"/>
                </a:lnTo>
                <a:lnTo>
                  <a:pt x="2896984" y="1693926"/>
                </a:lnTo>
                <a:lnTo>
                  <a:pt x="2910205" y="1640840"/>
                </a:lnTo>
                <a:lnTo>
                  <a:pt x="2924175" y="1580007"/>
                </a:lnTo>
                <a:lnTo>
                  <a:pt x="2925343" y="1574292"/>
                </a:lnTo>
                <a:lnTo>
                  <a:pt x="2937002" y="1517904"/>
                </a:lnTo>
                <a:lnTo>
                  <a:pt x="2948940" y="1454658"/>
                </a:lnTo>
                <a:lnTo>
                  <a:pt x="2959735" y="1390269"/>
                </a:lnTo>
                <a:lnTo>
                  <a:pt x="2969768" y="1324991"/>
                </a:lnTo>
                <a:lnTo>
                  <a:pt x="2970288" y="1321181"/>
                </a:lnTo>
                <a:lnTo>
                  <a:pt x="2979039" y="1258697"/>
                </a:lnTo>
                <a:lnTo>
                  <a:pt x="2987548" y="1191641"/>
                </a:lnTo>
                <a:lnTo>
                  <a:pt x="2995295" y="1123823"/>
                </a:lnTo>
                <a:lnTo>
                  <a:pt x="3002407" y="1055243"/>
                </a:lnTo>
                <a:lnTo>
                  <a:pt x="3002661" y="1052576"/>
                </a:lnTo>
                <a:lnTo>
                  <a:pt x="3009138" y="986028"/>
                </a:lnTo>
                <a:lnTo>
                  <a:pt x="3015361" y="916432"/>
                </a:lnTo>
                <a:lnTo>
                  <a:pt x="3026537" y="775843"/>
                </a:lnTo>
                <a:lnTo>
                  <a:pt x="3036811" y="632079"/>
                </a:lnTo>
                <a:lnTo>
                  <a:pt x="3041040" y="569010"/>
                </a:lnTo>
                <a:lnTo>
                  <a:pt x="3066923" y="570738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41252" y="182879"/>
            <a:ext cx="402335" cy="493775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xfrm>
            <a:off x="10420604" y="6725970"/>
            <a:ext cx="169481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1" kern="1200">
                <a:solidFill>
                  <a:srgbClr val="7E7E7E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70"/>
              </a:lnSpc>
            </a:pPr>
            <a:r>
              <a:rPr lang="en-US" spc="-5"/>
              <a:t>*Copyright 2019,</a:t>
            </a:r>
            <a:r>
              <a:rPr lang="en-US"/>
              <a:t> </a:t>
            </a:r>
            <a:r>
              <a:rPr lang="en-US" spc="-5"/>
              <a:t>Excel</a:t>
            </a:r>
            <a:r>
              <a:rPr lang="en-US" spc="5"/>
              <a:t> </a:t>
            </a:r>
            <a:r>
              <a:rPr lang="en-US" spc="-5"/>
              <a:t>Maven</a:t>
            </a:r>
            <a:r>
              <a:rPr lang="en-US"/>
              <a:t> &amp;</a:t>
            </a:r>
            <a:r>
              <a:rPr lang="en-US" spc="5"/>
              <a:t> </a:t>
            </a:r>
            <a:r>
              <a:rPr lang="en-US" spc="-5"/>
              <a:t>Maven</a:t>
            </a:r>
            <a:r>
              <a:rPr lang="en-US" spc="5"/>
              <a:t> </a:t>
            </a:r>
            <a:r>
              <a:rPr lang="en-US" spc="-5"/>
              <a:t>Analytics,</a:t>
            </a:r>
            <a:r>
              <a:rPr lang="en-US" spc="10"/>
              <a:t> </a:t>
            </a:r>
            <a:r>
              <a:rPr lang="en-US" spc="-5"/>
              <a:t>LLC</a:t>
            </a:r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Arial MT</vt:lpstr>
      <vt:lpstr>Calibri</vt:lpstr>
      <vt:lpstr>Office Theme</vt:lpstr>
      <vt:lpstr>MySQL COMMUNITY SERVER – MAC DOWNLOAD GUIDE</vt:lpstr>
      <vt:lpstr>MySQL COMMUNITY SERVER – MAC DOWNLOAD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Marlene Onir</dc:creator>
  <cp:lastModifiedBy>Marlene Onir</cp:lastModifiedBy>
  <cp:revision>1</cp:revision>
  <dcterms:created xsi:type="dcterms:W3CDTF">2025-07-09T17:25:16Z</dcterms:created>
  <dcterms:modified xsi:type="dcterms:W3CDTF">2025-07-09T17:26:46Z</dcterms:modified>
</cp:coreProperties>
</file>